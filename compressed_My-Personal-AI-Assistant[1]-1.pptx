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5942" y="415226"/>
            <a:ext cx="13353478" cy="161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61151" y="2322004"/>
            <a:ext cx="7729219" cy="4631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71640" y="2758439"/>
            <a:ext cx="7082790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400" spc="484"/>
              <a:t>My</a:t>
            </a:r>
            <a:r>
              <a:rPr dirty="0" sz="4400" spc="85"/>
              <a:t/>
            </a:r>
            <a:r>
              <a:rPr dirty="0" sz="4400" spc="200"/>
              <a:t>Personal</a:t>
            </a:r>
            <a:r>
              <a:rPr dirty="0" sz="4400" spc="85"/>
              <a:t/>
            </a:r>
            <a:r>
              <a:rPr dirty="0" sz="4400" spc="265"/>
              <a:t>AI</a:t>
            </a:r>
            <a:r>
              <a:rPr dirty="0" sz="4400" spc="60"/>
              <a:t/>
            </a:r>
            <a:r>
              <a:rPr dirty="0" sz="4400" spc="220"/>
              <a:t>Assistant</a:t>
            </a:r>
            <a:endParaRPr sz="4400"/>
          </a:p>
        </p:txBody>
      </p:sp>
      <p:sp>
        <p:nvSpPr>
          <p:cNvPr id="4" name="object 4" descr=""/>
          <p:cNvSpPr txBox="1"/>
          <p:nvPr/>
        </p:nvSpPr>
        <p:spPr>
          <a:xfrm>
            <a:off x="6271640" y="3534028"/>
            <a:ext cx="5288280" cy="1875789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3500" spc="180" b="1">
                <a:solidFill>
                  <a:srgbClr val="403B4E"/>
                </a:solidFill>
                <a:latin typeface="Cambria"/>
                <a:cs typeface="Cambria"/>
              </a:rPr>
              <a:t>A</a:t>
            </a:r>
            <a:r>
              <a:rPr dirty="0" sz="3500" spc="6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3500" spc="340" b="1">
                <a:solidFill>
                  <a:srgbClr val="403B4E"/>
                </a:solidFill>
                <a:latin typeface="Cambria"/>
                <a:cs typeface="Cambria"/>
              </a:rPr>
              <a:t>Python-</a:t>
            </a:r>
            <a:r>
              <a:rPr dirty="0" sz="3500" spc="130" b="1">
                <a:solidFill>
                  <a:srgbClr val="403B4E"/>
                </a:solidFill>
                <a:latin typeface="Cambria"/>
                <a:cs typeface="Cambria"/>
              </a:rPr>
              <a:t>based</a:t>
            </a:r>
            <a:r>
              <a:rPr dirty="0" sz="3500" spc="114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3500" spc="295" b="1">
                <a:solidFill>
                  <a:srgbClr val="403B4E"/>
                </a:solidFill>
                <a:latin typeface="Cambria"/>
                <a:cs typeface="Cambria"/>
              </a:rPr>
              <a:t>Voice-</a:t>
            </a:r>
            <a:endParaRPr sz="3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3500" spc="170" b="1">
                <a:solidFill>
                  <a:srgbClr val="403B4E"/>
                </a:solidFill>
                <a:latin typeface="Cambria"/>
                <a:cs typeface="Cambria"/>
              </a:rPr>
              <a:t>Controlled</a:t>
            </a:r>
            <a:r>
              <a:rPr dirty="0" sz="3500" spc="13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3500" spc="125" b="1">
                <a:solidFill>
                  <a:srgbClr val="403B4E"/>
                </a:solidFill>
                <a:latin typeface="Cambria"/>
                <a:cs typeface="Cambria"/>
              </a:rPr>
              <a:t>App</a:t>
            </a:r>
            <a:endParaRPr sz="3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15"/>
              </a:spcBef>
            </a:pPr>
            <a:r>
              <a:rPr dirty="0" sz="1700" spc="80">
                <a:solidFill>
                  <a:srgbClr val="403B4E"/>
                </a:solidFill>
                <a:latin typeface="Arial MT"/>
                <a:cs typeface="Arial MT"/>
              </a:rPr>
              <a:t>[soroj</a:t>
            </a:r>
            <a:r>
              <a:rPr dirty="0" sz="1700" spc="-4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700" spc="100">
                <a:solidFill>
                  <a:srgbClr val="403B4E"/>
                </a:solidFill>
                <a:latin typeface="Arial MT"/>
                <a:cs typeface="Arial MT"/>
              </a:rPr>
              <a:t>kumar</a:t>
            </a:r>
            <a:r>
              <a:rPr dirty="0" sz="1700" spc="2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700" spc="65">
                <a:solidFill>
                  <a:srgbClr val="403B4E"/>
                </a:solidFill>
                <a:latin typeface="Arial MT"/>
                <a:cs typeface="Arial MT"/>
              </a:rPr>
              <a:t>panda]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0" y="1381125"/>
            <a:ext cx="6543675" cy="65436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5942" y="415226"/>
            <a:ext cx="8483600" cy="5060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140"/>
              <a:t>Introduction:</a:t>
            </a:r>
            <a:r>
              <a:rPr dirty="0" sz="3150" spc="114"/>
              <a:t/>
            </a:r>
            <a:r>
              <a:rPr dirty="0" sz="3150" spc="180"/>
              <a:t>Bringing</a:t>
            </a:r>
            <a:r>
              <a:rPr dirty="0" sz="3150" spc="55"/>
              <a:t/>
            </a:r>
            <a:r>
              <a:rPr dirty="0" sz="3150" spc="145"/>
              <a:t>AI</a:t>
            </a:r>
            <a:r>
              <a:rPr dirty="0" sz="3150" spc="114"/>
              <a:t/>
            </a:r>
            <a:r>
              <a:rPr dirty="0" sz="3150" spc="160"/>
              <a:t>to</a:t>
            </a:r>
            <a:r>
              <a:rPr dirty="0" sz="3150" spc="25"/>
              <a:t/>
            </a:r>
            <a:r>
              <a:rPr dirty="0" sz="3150" spc="125"/>
              <a:t>Your</a:t>
            </a:r>
            <a:r>
              <a:rPr dirty="0" sz="3150" spc="80"/>
              <a:t/>
            </a:r>
            <a:r>
              <a:rPr dirty="0" sz="3150" spc="120"/>
              <a:t>Desktop</a:t>
            </a:r>
            <a:endParaRPr sz="3150"/>
          </a:p>
        </p:txBody>
      </p:sp>
      <p:sp>
        <p:nvSpPr>
          <p:cNvPr id="4" name="object 4" descr=""/>
          <p:cNvSpPr txBox="1"/>
          <p:nvPr/>
        </p:nvSpPr>
        <p:spPr>
          <a:xfrm>
            <a:off x="152082" y="1787461"/>
            <a:ext cx="6854190" cy="288099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algn="just" marL="351790" marR="5080" indent="-339090">
              <a:lnSpc>
                <a:spcPct val="8370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My</a:t>
            </a:r>
            <a:r>
              <a:rPr dirty="0" sz="2000" spc="19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20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29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21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creating</a:t>
            </a:r>
            <a:r>
              <a:rPr dirty="0" sz="2000" spc="23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1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smart</a:t>
            </a:r>
            <a:r>
              <a:rPr dirty="0" sz="2000" spc="22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desktop</a:t>
            </a:r>
            <a:r>
              <a:rPr dirty="0" sz="2000" spc="18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voice</a:t>
            </a:r>
            <a:r>
              <a:rPr dirty="0" sz="2000" spc="229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assistant </a:t>
            </a:r>
            <a:r>
              <a:rPr dirty="0" sz="2000" spc="-1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44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Python.It</a:t>
            </a:r>
            <a:r>
              <a:rPr dirty="0" sz="2000" spc="4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46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listen</a:t>
            </a:r>
            <a:r>
              <a:rPr dirty="0" sz="2000" spc="43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4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4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4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say,</a:t>
            </a:r>
            <a:r>
              <a:rPr dirty="0" sz="2000" spc="47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understand</a:t>
            </a:r>
            <a:r>
              <a:rPr dirty="0" sz="2000" spc="465">
                <a:latin typeface="Calibri"/>
                <a:cs typeface="Calibri"/>
              </a:rPr>
              <a:t/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command,</a:t>
            </a:r>
            <a:r>
              <a:rPr dirty="0" sz="2000" spc="2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give</a:t>
            </a:r>
            <a:r>
              <a:rPr dirty="0" sz="2000" spc="8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answer</a:t>
            </a:r>
            <a:r>
              <a:rPr dirty="0" sz="2000" spc="8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screen</a:t>
            </a:r>
            <a:r>
              <a:rPr dirty="0" sz="2000" spc="9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—</a:t>
            </a:r>
            <a:r>
              <a:rPr dirty="0" sz="2000" spc="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just</a:t>
            </a:r>
            <a:r>
              <a:rPr dirty="0" sz="2000" spc="2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3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real</a:t>
            </a:r>
            <a:r>
              <a:rPr dirty="0" sz="2000" spc="75">
                <a:latin typeface="Calibri"/>
                <a:cs typeface="Calibri"/>
              </a:rPr>
              <a:t/>
            </a:r>
            <a:r>
              <a:rPr dirty="0" sz="2000" spc="-25">
                <a:latin typeface="Calibri"/>
                <a:cs typeface="Calibri"/>
              </a:rPr>
              <a:t>AI </a:t>
            </a:r>
            <a:r>
              <a:rPr dirty="0" sz="2000" spc="-25">
                <a:latin typeface="Calibri"/>
                <a:cs typeface="Calibri"/>
              </a:rPr>
              <a:t/>
            </a:r>
            <a:r>
              <a:rPr dirty="0" sz="2000" spc="-20">
                <a:latin typeface="Calibri"/>
                <a:cs typeface="Calibri"/>
              </a:rPr>
              <a:t>assistant.The </a:t>
            </a:r>
            <a:r>
              <a:rPr dirty="0" sz="2000">
                <a:latin typeface="Calibri"/>
                <a:cs typeface="Calibri"/>
              </a:rPr>
              <a:t>main</a:t>
            </a:r>
            <a:r>
              <a:rPr dirty="0" sz="2000" spc="-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aim</a:t>
            </a:r>
            <a:r>
              <a:rPr dirty="0" sz="2000" spc="-3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make</a:t>
            </a:r>
            <a:r>
              <a:rPr dirty="0" sz="2000" spc="1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15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interaction</a:t>
            </a:r>
            <a:r>
              <a:rPr dirty="0" sz="2000" spc="-15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simple </a:t>
            </a:r>
            <a:r>
              <a:rPr dirty="0" sz="2000" spc="-1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natural.</a:t>
            </a:r>
            <a:endParaRPr sz="2000">
              <a:latin typeface="Calibri"/>
              <a:cs typeface="Calibri"/>
            </a:endParaRPr>
          </a:p>
          <a:p>
            <a:pPr algn="just" marL="351790" indent="-339090">
              <a:lnSpc>
                <a:spcPts val="1955"/>
              </a:lnSpc>
              <a:buFont typeface="Arial MT"/>
              <a:buChar char="•"/>
              <a:tabLst>
                <a:tab pos="351790" algn="l"/>
              </a:tabLst>
            </a:pP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-40" b="1">
                <a:latin typeface="Calibri"/>
                <a:cs typeface="Calibri"/>
              </a:rPr>
              <a:t/>
            </a:r>
            <a:r>
              <a:rPr dirty="0" sz="2000" b="1">
                <a:latin typeface="Calibri"/>
                <a:cs typeface="Calibri"/>
              </a:rPr>
              <a:t>mainly</a:t>
            </a:r>
            <a:r>
              <a:rPr dirty="0" sz="2000" spc="-30" b="1">
                <a:latin typeface="Calibri"/>
                <a:cs typeface="Calibri"/>
              </a:rPr>
              <a:t/>
            </a:r>
            <a:r>
              <a:rPr dirty="0" sz="2000" b="1">
                <a:latin typeface="Calibri"/>
                <a:cs typeface="Calibri"/>
              </a:rPr>
              <a:t>focuses</a:t>
            </a:r>
            <a:r>
              <a:rPr dirty="0" sz="2000" spc="-40" b="1">
                <a:latin typeface="Calibri"/>
                <a:cs typeface="Calibri"/>
              </a:rPr>
              <a:t/>
            </a:r>
            <a:r>
              <a:rPr dirty="0" sz="2000" spc="-20" b="1">
                <a:latin typeface="Calibri"/>
                <a:cs typeface="Calibri"/>
              </a:rPr>
              <a:t>on:-</a:t>
            </a:r>
            <a:endParaRPr sz="2000">
              <a:latin typeface="Calibri"/>
              <a:cs typeface="Calibri"/>
            </a:endParaRPr>
          </a:p>
          <a:p>
            <a:pPr algn="just" marL="351790" indent="-339090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351790" algn="l"/>
              </a:tabLst>
            </a:pPr>
            <a:r>
              <a:rPr dirty="0" sz="2000" spc="-10">
                <a:latin typeface="Calibri"/>
                <a:cs typeface="Calibri"/>
              </a:rPr>
              <a:t>Understanding</a:t>
            </a:r>
            <a:r>
              <a:rPr dirty="0" sz="2000" spc="-7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spoken</a:t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commands,</a:t>
            </a:r>
            <a:endParaRPr sz="2000">
              <a:latin typeface="Calibri"/>
              <a:cs typeface="Calibri"/>
            </a:endParaRPr>
          </a:p>
          <a:p>
            <a:pPr algn="just" marL="351790" indent="-339090">
              <a:lnSpc>
                <a:spcPts val="2215"/>
              </a:lnSpc>
              <a:spcBef>
                <a:spcPts val="1580"/>
              </a:spcBef>
              <a:buFont typeface="Arial MT"/>
              <a:buChar char="•"/>
              <a:tabLst>
                <a:tab pos="351790" algn="l"/>
              </a:tabLst>
            </a:pPr>
            <a:r>
              <a:rPr dirty="0" sz="2000">
                <a:latin typeface="Calibri"/>
                <a:cs typeface="Calibri"/>
              </a:rPr>
              <a:t>Performing</a:t>
            </a:r>
            <a:r>
              <a:rPr dirty="0" sz="2000" spc="33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33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tasks</a:t>
            </a:r>
            <a:r>
              <a:rPr dirty="0" sz="2000" spc="33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31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32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those</a:t>
            </a:r>
            <a:r>
              <a:rPr dirty="0" sz="2000" spc="310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commands,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15"/>
              </a:lnSpc>
            </a:pPr>
            <a:r>
              <a:rPr dirty="0" sz="2000">
                <a:latin typeface="Calibri"/>
                <a:cs typeface="Calibri"/>
              </a:rPr>
              <a:t>andShowing</a:t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clear</a:t>
            </a:r>
            <a:r>
              <a:rPr dirty="0" sz="2000" spc="-8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text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responses.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355" rIns="0" bIns="0" rtlCol="0" vert="horz">
            <a:spAutoFit/>
          </a:bodyPr>
          <a:lstStyle/>
          <a:p>
            <a:pPr marL="229870">
              <a:lnSpc>
                <a:spcPct val="100000"/>
              </a:lnSpc>
              <a:spcBef>
                <a:spcPts val="130"/>
              </a:spcBef>
            </a:pPr>
            <a:r>
              <a:rPr dirty="0" sz="4400" spc="180"/>
              <a:t>Core</a:t>
            </a:r>
            <a:r>
              <a:rPr dirty="0" sz="4400" spc="45"/>
              <a:t/>
            </a:r>
            <a:r>
              <a:rPr dirty="0" sz="4400" spc="155"/>
              <a:t>Features</a:t>
            </a:r>
            <a:r>
              <a:rPr dirty="0" sz="4400" spc="40"/>
              <a:t/>
            </a:r>
            <a:r>
              <a:rPr dirty="0" sz="4400" spc="95"/>
              <a:t>&amp;</a:t>
            </a:r>
            <a:r>
              <a:rPr dirty="0" sz="4400" spc="90"/>
              <a:t/>
            </a:r>
            <a:r>
              <a:rPr dirty="0" sz="4400" spc="250"/>
              <a:t>Expanding</a:t>
            </a:r>
            <a:r>
              <a:rPr dirty="0" sz="4400" spc="105"/>
              <a:t/>
            </a:r>
            <a:r>
              <a:rPr dirty="0" sz="4400" spc="150"/>
              <a:t>Capabilities</a:t>
            </a:r>
            <a:endParaRPr sz="4400"/>
          </a:p>
        </p:txBody>
      </p:sp>
      <p:sp>
        <p:nvSpPr>
          <p:cNvPr id="3" name="object 3" descr=""/>
          <p:cNvSpPr/>
          <p:nvPr/>
        </p:nvSpPr>
        <p:spPr>
          <a:xfrm>
            <a:off x="818106" y="1798119"/>
            <a:ext cx="612140" cy="613410"/>
          </a:xfrm>
          <a:custGeom>
            <a:avLst/>
            <a:gdLst/>
            <a:ahLst/>
            <a:cxnLst/>
            <a:rect l="l" t="t" r="r" b="b"/>
            <a:pathLst>
              <a:path w="612140" h="613410">
                <a:moveTo>
                  <a:pt x="410433" y="275942"/>
                </a:moveTo>
                <a:lnTo>
                  <a:pt x="410340" y="221586"/>
                </a:lnTo>
                <a:lnTo>
                  <a:pt x="394179" y="193617"/>
                </a:lnTo>
                <a:lnTo>
                  <a:pt x="387214" y="192784"/>
                </a:lnTo>
              </a:path>
              <a:path w="612140" h="613410">
                <a:moveTo>
                  <a:pt x="124640" y="192732"/>
                </a:moveTo>
                <a:lnTo>
                  <a:pt x="98850" y="221633"/>
                </a:lnTo>
                <a:lnTo>
                  <a:pt x="98684" y="233178"/>
                </a:lnTo>
                <a:lnTo>
                  <a:pt x="98577" y="248422"/>
                </a:lnTo>
              </a:path>
              <a:path w="612140" h="613410">
                <a:moveTo>
                  <a:pt x="98777" y="438457"/>
                </a:moveTo>
                <a:lnTo>
                  <a:pt x="99965" y="448345"/>
                </a:lnTo>
              </a:path>
              <a:path w="612140" h="613410">
                <a:moveTo>
                  <a:pt x="127693" y="459741"/>
                </a:moveTo>
                <a:lnTo>
                  <a:pt x="118569" y="459212"/>
                </a:lnTo>
                <a:lnTo>
                  <a:pt x="111570" y="457269"/>
                </a:lnTo>
                <a:lnTo>
                  <a:pt x="105004" y="453072"/>
                </a:lnTo>
                <a:lnTo>
                  <a:pt x="99965" y="448345"/>
                </a:lnTo>
              </a:path>
              <a:path w="612140" h="613410">
                <a:moveTo>
                  <a:pt x="113564" y="57025"/>
                </a:moveTo>
                <a:lnTo>
                  <a:pt x="65195" y="57707"/>
                </a:lnTo>
                <a:lnTo>
                  <a:pt x="24107" y="70433"/>
                </a:lnTo>
                <a:lnTo>
                  <a:pt x="2965" y="103161"/>
                </a:lnTo>
                <a:lnTo>
                  <a:pt x="358" y="115637"/>
                </a:lnTo>
                <a:lnTo>
                  <a:pt x="11" y="143070"/>
                </a:lnTo>
              </a:path>
              <a:path w="612140" h="613410">
                <a:moveTo>
                  <a:pt x="131544" y="119956"/>
                </a:moveTo>
                <a:lnTo>
                  <a:pt x="113844" y="80100"/>
                </a:lnTo>
                <a:lnTo>
                  <a:pt x="113641" y="64475"/>
                </a:lnTo>
                <a:lnTo>
                  <a:pt x="113564" y="44475"/>
                </a:lnTo>
              </a:path>
              <a:path w="612140" h="613410">
                <a:moveTo>
                  <a:pt x="135881" y="1786"/>
                </a:moveTo>
                <a:lnTo>
                  <a:pt x="149280" y="56826"/>
                </a:lnTo>
                <a:lnTo>
                  <a:pt x="149222" y="84998"/>
                </a:lnTo>
                <a:lnTo>
                  <a:pt x="148639" y="103322"/>
                </a:lnTo>
              </a:path>
              <a:path w="612140" h="613410">
                <a:moveTo>
                  <a:pt x="395029" y="11543"/>
                </a:moveTo>
                <a:lnTo>
                  <a:pt x="395559" y="18079"/>
                </a:lnTo>
                <a:lnTo>
                  <a:pt x="395876" y="29286"/>
                </a:lnTo>
                <a:lnTo>
                  <a:pt x="396018" y="50189"/>
                </a:lnTo>
                <a:lnTo>
                  <a:pt x="396026" y="85811"/>
                </a:lnTo>
                <a:lnTo>
                  <a:pt x="395584" y="95221"/>
                </a:lnTo>
                <a:lnTo>
                  <a:pt x="394526" y="100087"/>
                </a:lnTo>
                <a:lnTo>
                  <a:pt x="392011" y="105039"/>
                </a:lnTo>
                <a:lnTo>
                  <a:pt x="389886" y="107546"/>
                </a:lnTo>
                <a:lnTo>
                  <a:pt x="385254" y="111917"/>
                </a:lnTo>
                <a:lnTo>
                  <a:pt x="378116" y="118170"/>
                </a:lnTo>
              </a:path>
              <a:path w="612140" h="613410">
                <a:moveTo>
                  <a:pt x="0" y="479802"/>
                </a:moveTo>
                <a:lnTo>
                  <a:pt x="10568" y="521094"/>
                </a:lnTo>
                <a:lnTo>
                  <a:pt x="40128" y="545274"/>
                </a:lnTo>
                <a:lnTo>
                  <a:pt x="63572" y="551441"/>
                </a:lnTo>
                <a:lnTo>
                  <a:pt x="93338" y="551736"/>
                </a:lnTo>
              </a:path>
              <a:path w="612140" h="613410">
                <a:moveTo>
                  <a:pt x="509004" y="127797"/>
                </a:moveTo>
                <a:lnTo>
                  <a:pt x="497781" y="83886"/>
                </a:lnTo>
                <a:lnTo>
                  <a:pt x="465048" y="59991"/>
                </a:lnTo>
                <a:lnTo>
                  <a:pt x="415150" y="56824"/>
                </a:lnTo>
                <a:lnTo>
                  <a:pt x="396148" y="56773"/>
                </a:lnTo>
              </a:path>
              <a:path w="612140" h="613410">
                <a:moveTo>
                  <a:pt x="509004" y="276662"/>
                </a:moveTo>
                <a:lnTo>
                  <a:pt x="509004" y="127797"/>
                </a:lnTo>
              </a:path>
              <a:path w="612140" h="613410">
                <a:moveTo>
                  <a:pt x="148639" y="103322"/>
                </a:moveTo>
                <a:lnTo>
                  <a:pt x="131544" y="119956"/>
                </a:lnTo>
              </a:path>
              <a:path w="612140" h="613410">
                <a:moveTo>
                  <a:pt x="359616" y="56782"/>
                </a:moveTo>
                <a:lnTo>
                  <a:pt x="149758" y="56964"/>
                </a:lnTo>
              </a:path>
              <a:path w="612140" h="613410">
                <a:moveTo>
                  <a:pt x="361602" y="104319"/>
                </a:moveTo>
                <a:lnTo>
                  <a:pt x="359616" y="45204"/>
                </a:lnTo>
              </a:path>
              <a:path w="612140" h="613410">
                <a:moveTo>
                  <a:pt x="378116" y="118170"/>
                </a:moveTo>
                <a:lnTo>
                  <a:pt x="361602" y="104319"/>
                </a:lnTo>
              </a:path>
              <a:path w="612140" h="613410">
                <a:moveTo>
                  <a:pt x="113564" y="44475"/>
                </a:moveTo>
                <a:lnTo>
                  <a:pt x="116635" y="10069"/>
                </a:lnTo>
              </a:path>
              <a:path w="612140" h="613410">
                <a:moveTo>
                  <a:pt x="125412" y="2462"/>
                </a:moveTo>
                <a:lnTo>
                  <a:pt x="116635" y="10069"/>
                </a:lnTo>
              </a:path>
              <a:path w="612140" h="613410">
                <a:moveTo>
                  <a:pt x="135881" y="1786"/>
                </a:moveTo>
                <a:lnTo>
                  <a:pt x="125412" y="2462"/>
                </a:lnTo>
              </a:path>
              <a:path w="612140" h="613410">
                <a:moveTo>
                  <a:pt x="394847" y="11656"/>
                </a:moveTo>
                <a:lnTo>
                  <a:pt x="390154" y="4171"/>
                </a:lnTo>
                <a:lnTo>
                  <a:pt x="381620" y="0"/>
                </a:lnTo>
                <a:lnTo>
                  <a:pt x="372825" y="893"/>
                </a:lnTo>
              </a:path>
              <a:path w="612140" h="613410">
                <a:moveTo>
                  <a:pt x="359616" y="45204"/>
                </a:moveTo>
                <a:lnTo>
                  <a:pt x="360405" y="10945"/>
                </a:lnTo>
              </a:path>
              <a:path w="612140" h="613410">
                <a:moveTo>
                  <a:pt x="387214" y="192784"/>
                </a:moveTo>
                <a:lnTo>
                  <a:pt x="124640" y="192732"/>
                </a:lnTo>
              </a:path>
              <a:path w="612140" h="613410">
                <a:moveTo>
                  <a:pt x="372825" y="901"/>
                </a:moveTo>
                <a:lnTo>
                  <a:pt x="360405" y="10945"/>
                </a:lnTo>
              </a:path>
              <a:path w="612140" h="613410">
                <a:moveTo>
                  <a:pt x="98577" y="248422"/>
                </a:moveTo>
                <a:lnTo>
                  <a:pt x="98777" y="438457"/>
                </a:lnTo>
              </a:path>
              <a:path w="612140" h="613410">
                <a:moveTo>
                  <a:pt x="267402" y="459880"/>
                </a:moveTo>
                <a:lnTo>
                  <a:pt x="127693" y="459741"/>
                </a:lnTo>
              </a:path>
              <a:path w="612140" h="613410">
                <a:moveTo>
                  <a:pt x="435281" y="529907"/>
                </a:moveTo>
                <a:lnTo>
                  <a:pt x="364178" y="458571"/>
                </a:lnTo>
              </a:path>
              <a:path w="612140" h="613410">
                <a:moveTo>
                  <a:pt x="548710" y="458493"/>
                </a:moveTo>
                <a:lnTo>
                  <a:pt x="364178" y="458571"/>
                </a:lnTo>
              </a:path>
              <a:path w="612140" h="613410">
                <a:moveTo>
                  <a:pt x="433798" y="388475"/>
                </a:moveTo>
                <a:lnTo>
                  <a:pt x="364178" y="458571"/>
                </a:lnTo>
              </a:path>
              <a:path w="612140" h="613410">
                <a:moveTo>
                  <a:pt x="611730" y="460331"/>
                </a:moveTo>
                <a:lnTo>
                  <a:pt x="603944" y="508608"/>
                </a:lnTo>
                <a:lnTo>
                  <a:pt x="582262" y="550536"/>
                </a:lnTo>
                <a:lnTo>
                  <a:pt x="549199" y="583599"/>
                </a:lnTo>
                <a:lnTo>
                  <a:pt x="507271" y="605281"/>
                </a:lnTo>
                <a:lnTo>
                  <a:pt x="458994" y="613068"/>
                </a:lnTo>
                <a:lnTo>
                  <a:pt x="410717" y="605281"/>
                </a:lnTo>
                <a:lnTo>
                  <a:pt x="368789" y="583598"/>
                </a:lnTo>
                <a:lnTo>
                  <a:pt x="335727" y="550535"/>
                </a:lnTo>
                <a:lnTo>
                  <a:pt x="314045" y="508608"/>
                </a:lnTo>
                <a:lnTo>
                  <a:pt x="306258" y="460331"/>
                </a:lnTo>
                <a:lnTo>
                  <a:pt x="314044" y="412055"/>
                </a:lnTo>
                <a:lnTo>
                  <a:pt x="335727" y="370128"/>
                </a:lnTo>
                <a:lnTo>
                  <a:pt x="368789" y="337066"/>
                </a:lnTo>
                <a:lnTo>
                  <a:pt x="410717" y="315385"/>
                </a:lnTo>
                <a:lnTo>
                  <a:pt x="458994" y="307599"/>
                </a:lnTo>
                <a:lnTo>
                  <a:pt x="507271" y="315385"/>
                </a:lnTo>
                <a:lnTo>
                  <a:pt x="549199" y="337067"/>
                </a:lnTo>
                <a:lnTo>
                  <a:pt x="582262" y="370128"/>
                </a:lnTo>
                <a:lnTo>
                  <a:pt x="603944" y="412055"/>
                </a:lnTo>
                <a:lnTo>
                  <a:pt x="611730" y="460331"/>
                </a:lnTo>
                <a:close/>
              </a:path>
              <a:path w="612140" h="613410">
                <a:moveTo>
                  <a:pt x="11" y="143070"/>
                </a:moveTo>
                <a:lnTo>
                  <a:pt x="0" y="479802"/>
                </a:lnTo>
              </a:path>
              <a:path w="612140" h="613410">
                <a:moveTo>
                  <a:pt x="93338" y="551736"/>
                </a:moveTo>
                <a:lnTo>
                  <a:pt x="291444" y="551780"/>
                </a:lnTo>
              </a:path>
            </a:pathLst>
          </a:custGeom>
          <a:ln w="26898">
            <a:solidFill>
              <a:srgbClr val="CC2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73747" y="2517586"/>
            <a:ext cx="4008754" cy="1741170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50" spc="210" b="1">
                <a:solidFill>
                  <a:srgbClr val="403B4E"/>
                </a:solidFill>
                <a:latin typeface="Cambria"/>
                <a:cs typeface="Cambria"/>
              </a:rPr>
              <a:t>Real-</a:t>
            </a:r>
            <a:r>
              <a:rPr dirty="0" sz="2150" spc="135" b="1">
                <a:solidFill>
                  <a:srgbClr val="403B4E"/>
                </a:solidFill>
                <a:latin typeface="Cambria"/>
                <a:cs typeface="Cambria"/>
              </a:rPr>
              <a:t>time</a:t>
            </a:r>
            <a:r>
              <a:rPr dirty="0" sz="2150" spc="8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2150" spc="130" b="1">
                <a:solidFill>
                  <a:srgbClr val="403B4E"/>
                </a:solidFill>
                <a:latin typeface="Cambria"/>
                <a:cs typeface="Cambria"/>
              </a:rPr>
              <a:t>Information</a:t>
            </a:r>
            <a:endParaRPr sz="2150">
              <a:latin typeface="Cambria"/>
              <a:cs typeface="Cambria"/>
            </a:endParaRPr>
          </a:p>
          <a:p>
            <a:pPr marL="12700" marR="5080">
              <a:lnSpc>
                <a:spcPct val="117300"/>
              </a:lnSpc>
              <a:spcBef>
                <a:spcPts val="985"/>
              </a:spcBef>
            </a:pPr>
            <a:r>
              <a:rPr dirty="0" sz="2000">
                <a:latin typeface="Calibri"/>
                <a:cs typeface="Calibri"/>
              </a:rPr>
              <a:t>My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assistant</a:t>
            </a:r>
            <a:r>
              <a:rPr dirty="0" sz="2000" spc="-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tell</a:t>
            </a:r>
            <a:r>
              <a:rPr dirty="0" sz="2000" spc="1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-45">
                <a:latin typeface="Calibri"/>
                <a:cs typeface="Calibri"/>
              </a:rPr>
              <a:t/>
            </a:r>
            <a:r>
              <a:rPr dirty="0" sz="2000" spc="-20">
                <a:latin typeface="Calibri"/>
                <a:cs typeface="Calibri"/>
              </a:rPr>
              <a:t>time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show</a:t>
            </a:r>
            <a:r>
              <a:rPr dirty="0" sz="2000" spc="-6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live </a:t>
            </a:r>
            <a:r>
              <a:rPr dirty="0" sz="2000" spc="-10">
                <a:latin typeface="Calibri"/>
                <a:cs typeface="Calibri"/>
              </a:rPr>
              <a:t>weather</a:t>
            </a:r>
            <a:r>
              <a:rPr dirty="0" sz="2000" spc="-6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updates</a:t>
            </a:r>
            <a:r>
              <a:rPr dirty="0" sz="2000" spc="-7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 spc="-25">
                <a:latin typeface="Calibri"/>
                <a:cs typeface="Calibri"/>
              </a:rPr>
              <a:t>any </a:t>
            </a:r>
            <a:r>
              <a:rPr dirty="0" sz="2000">
                <a:latin typeface="Calibri"/>
                <a:cs typeface="Calibri"/>
              </a:rPr>
              <a:t>city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1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online</a:t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 spc="-20">
                <a:latin typeface="Calibri"/>
                <a:cs typeface="Calibri"/>
              </a:rPr>
              <a:t>APIs.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258382" y="1837304"/>
            <a:ext cx="618490" cy="535940"/>
          </a:xfrm>
          <a:custGeom>
            <a:avLst/>
            <a:gdLst/>
            <a:ahLst/>
            <a:cxnLst/>
            <a:rect l="l" t="t" r="r" b="b"/>
            <a:pathLst>
              <a:path w="618489" h="535939">
                <a:moveTo>
                  <a:pt x="36" y="149964"/>
                </a:moveTo>
                <a:lnTo>
                  <a:pt x="36" y="151600"/>
                </a:lnTo>
                <a:lnTo>
                  <a:pt x="37" y="153502"/>
                </a:lnTo>
                <a:lnTo>
                  <a:pt x="37" y="156199"/>
                </a:lnTo>
                <a:lnTo>
                  <a:pt x="37" y="158902"/>
                </a:lnTo>
                <a:lnTo>
                  <a:pt x="37" y="161639"/>
                </a:lnTo>
                <a:lnTo>
                  <a:pt x="37" y="164377"/>
                </a:lnTo>
                <a:lnTo>
                  <a:pt x="37" y="167114"/>
                </a:lnTo>
                <a:lnTo>
                  <a:pt x="37" y="169852"/>
                </a:lnTo>
                <a:lnTo>
                  <a:pt x="37" y="172589"/>
                </a:lnTo>
                <a:lnTo>
                  <a:pt x="37" y="175326"/>
                </a:lnTo>
                <a:lnTo>
                  <a:pt x="37" y="178064"/>
                </a:lnTo>
                <a:lnTo>
                  <a:pt x="37" y="180801"/>
                </a:lnTo>
                <a:lnTo>
                  <a:pt x="37" y="183543"/>
                </a:lnTo>
                <a:lnTo>
                  <a:pt x="37" y="186281"/>
                </a:lnTo>
                <a:lnTo>
                  <a:pt x="37" y="189018"/>
                </a:lnTo>
                <a:lnTo>
                  <a:pt x="37" y="191756"/>
                </a:lnTo>
                <a:lnTo>
                  <a:pt x="37" y="194493"/>
                </a:lnTo>
                <a:lnTo>
                  <a:pt x="37" y="197231"/>
                </a:lnTo>
                <a:lnTo>
                  <a:pt x="37" y="199968"/>
                </a:lnTo>
                <a:lnTo>
                  <a:pt x="37" y="202706"/>
                </a:lnTo>
                <a:lnTo>
                  <a:pt x="37" y="205443"/>
                </a:lnTo>
                <a:lnTo>
                  <a:pt x="37" y="208181"/>
                </a:lnTo>
                <a:lnTo>
                  <a:pt x="37" y="210918"/>
                </a:lnTo>
                <a:lnTo>
                  <a:pt x="37" y="213660"/>
                </a:lnTo>
                <a:lnTo>
                  <a:pt x="37" y="216398"/>
                </a:lnTo>
                <a:lnTo>
                  <a:pt x="37" y="232822"/>
                </a:lnTo>
                <a:lnTo>
                  <a:pt x="37" y="235560"/>
                </a:lnTo>
                <a:lnTo>
                  <a:pt x="37" y="238297"/>
                </a:lnTo>
                <a:lnTo>
                  <a:pt x="37" y="241035"/>
                </a:lnTo>
                <a:lnTo>
                  <a:pt x="37" y="243772"/>
                </a:lnTo>
                <a:lnTo>
                  <a:pt x="37" y="246514"/>
                </a:lnTo>
                <a:lnTo>
                  <a:pt x="37" y="265677"/>
                </a:lnTo>
                <a:lnTo>
                  <a:pt x="37" y="268414"/>
                </a:lnTo>
                <a:lnTo>
                  <a:pt x="37" y="271152"/>
                </a:lnTo>
                <a:lnTo>
                  <a:pt x="37" y="273889"/>
                </a:lnTo>
                <a:lnTo>
                  <a:pt x="37" y="276631"/>
                </a:lnTo>
                <a:lnTo>
                  <a:pt x="37" y="293056"/>
                </a:lnTo>
                <a:lnTo>
                  <a:pt x="37" y="295793"/>
                </a:lnTo>
                <a:lnTo>
                  <a:pt x="37" y="298531"/>
                </a:lnTo>
                <a:lnTo>
                  <a:pt x="37" y="301268"/>
                </a:lnTo>
                <a:lnTo>
                  <a:pt x="37" y="304010"/>
                </a:lnTo>
                <a:lnTo>
                  <a:pt x="37" y="306748"/>
                </a:lnTo>
                <a:lnTo>
                  <a:pt x="37" y="309485"/>
                </a:lnTo>
                <a:lnTo>
                  <a:pt x="37" y="312223"/>
                </a:lnTo>
                <a:lnTo>
                  <a:pt x="37" y="314960"/>
                </a:lnTo>
                <a:lnTo>
                  <a:pt x="37" y="317698"/>
                </a:lnTo>
                <a:lnTo>
                  <a:pt x="37" y="320435"/>
                </a:lnTo>
                <a:lnTo>
                  <a:pt x="37" y="323173"/>
                </a:lnTo>
                <a:lnTo>
                  <a:pt x="37" y="325910"/>
                </a:lnTo>
                <a:lnTo>
                  <a:pt x="37" y="328648"/>
                </a:lnTo>
                <a:lnTo>
                  <a:pt x="37" y="331385"/>
                </a:lnTo>
                <a:lnTo>
                  <a:pt x="37" y="334122"/>
                </a:lnTo>
                <a:lnTo>
                  <a:pt x="37" y="336864"/>
                </a:lnTo>
                <a:lnTo>
                  <a:pt x="37" y="339602"/>
                </a:lnTo>
                <a:lnTo>
                  <a:pt x="37" y="342339"/>
                </a:lnTo>
                <a:lnTo>
                  <a:pt x="37" y="345077"/>
                </a:lnTo>
                <a:lnTo>
                  <a:pt x="37" y="347814"/>
                </a:lnTo>
                <a:lnTo>
                  <a:pt x="37" y="364239"/>
                </a:lnTo>
                <a:lnTo>
                  <a:pt x="37" y="366981"/>
                </a:lnTo>
                <a:lnTo>
                  <a:pt x="37" y="397093"/>
                </a:lnTo>
                <a:lnTo>
                  <a:pt x="37" y="399835"/>
                </a:lnTo>
                <a:lnTo>
                  <a:pt x="37" y="402573"/>
                </a:lnTo>
                <a:lnTo>
                  <a:pt x="37" y="405310"/>
                </a:lnTo>
                <a:lnTo>
                  <a:pt x="37" y="408048"/>
                </a:lnTo>
                <a:lnTo>
                  <a:pt x="37" y="410785"/>
                </a:lnTo>
                <a:lnTo>
                  <a:pt x="37" y="413523"/>
                </a:lnTo>
                <a:lnTo>
                  <a:pt x="37" y="416260"/>
                </a:lnTo>
                <a:lnTo>
                  <a:pt x="37" y="418998"/>
                </a:lnTo>
                <a:lnTo>
                  <a:pt x="37" y="421735"/>
                </a:lnTo>
                <a:lnTo>
                  <a:pt x="37" y="424473"/>
                </a:lnTo>
                <a:lnTo>
                  <a:pt x="37" y="427210"/>
                </a:lnTo>
                <a:lnTo>
                  <a:pt x="37" y="429952"/>
                </a:lnTo>
                <a:lnTo>
                  <a:pt x="37" y="432690"/>
                </a:lnTo>
                <a:lnTo>
                  <a:pt x="37" y="435427"/>
                </a:lnTo>
                <a:lnTo>
                  <a:pt x="37" y="438164"/>
                </a:lnTo>
                <a:lnTo>
                  <a:pt x="37" y="440902"/>
                </a:lnTo>
                <a:lnTo>
                  <a:pt x="37" y="443639"/>
                </a:lnTo>
                <a:lnTo>
                  <a:pt x="37" y="446377"/>
                </a:lnTo>
                <a:lnTo>
                  <a:pt x="37" y="449114"/>
                </a:lnTo>
                <a:lnTo>
                  <a:pt x="37" y="451852"/>
                </a:lnTo>
                <a:lnTo>
                  <a:pt x="37" y="454589"/>
                </a:lnTo>
                <a:lnTo>
                  <a:pt x="37" y="457327"/>
                </a:lnTo>
                <a:lnTo>
                  <a:pt x="37" y="460064"/>
                </a:lnTo>
                <a:lnTo>
                  <a:pt x="37" y="462806"/>
                </a:lnTo>
                <a:lnTo>
                  <a:pt x="38" y="465544"/>
                </a:lnTo>
                <a:lnTo>
                  <a:pt x="38" y="468281"/>
                </a:lnTo>
                <a:lnTo>
                  <a:pt x="38" y="471019"/>
                </a:lnTo>
                <a:lnTo>
                  <a:pt x="38" y="473756"/>
                </a:lnTo>
                <a:lnTo>
                  <a:pt x="38" y="476494"/>
                </a:lnTo>
                <a:lnTo>
                  <a:pt x="38" y="479231"/>
                </a:lnTo>
                <a:lnTo>
                  <a:pt x="32" y="481969"/>
                </a:lnTo>
                <a:lnTo>
                  <a:pt x="30" y="484706"/>
                </a:lnTo>
                <a:lnTo>
                  <a:pt x="13849" y="520276"/>
                </a:lnTo>
                <a:lnTo>
                  <a:pt x="49930" y="535542"/>
                </a:lnTo>
                <a:lnTo>
                  <a:pt x="58256" y="535568"/>
                </a:lnTo>
                <a:lnTo>
                  <a:pt x="61033" y="535568"/>
                </a:lnTo>
                <a:lnTo>
                  <a:pt x="63810" y="535568"/>
                </a:lnTo>
                <a:lnTo>
                  <a:pt x="66587" y="535573"/>
                </a:lnTo>
                <a:lnTo>
                  <a:pt x="69364" y="535573"/>
                </a:lnTo>
                <a:lnTo>
                  <a:pt x="72140" y="535573"/>
                </a:lnTo>
                <a:lnTo>
                  <a:pt x="74917" y="535573"/>
                </a:lnTo>
                <a:lnTo>
                  <a:pt x="77694" y="535573"/>
                </a:lnTo>
                <a:lnTo>
                  <a:pt x="80471" y="535573"/>
                </a:lnTo>
                <a:lnTo>
                  <a:pt x="83248" y="535573"/>
                </a:lnTo>
                <a:lnTo>
                  <a:pt x="86025" y="535573"/>
                </a:lnTo>
                <a:lnTo>
                  <a:pt x="88802" y="535573"/>
                </a:lnTo>
                <a:lnTo>
                  <a:pt x="91583" y="535573"/>
                </a:lnTo>
                <a:lnTo>
                  <a:pt x="94360" y="535573"/>
                </a:lnTo>
                <a:lnTo>
                  <a:pt x="97137" y="535573"/>
                </a:lnTo>
                <a:lnTo>
                  <a:pt x="99913" y="535573"/>
                </a:lnTo>
                <a:lnTo>
                  <a:pt x="102690" y="535573"/>
                </a:lnTo>
                <a:lnTo>
                  <a:pt x="105467" y="535573"/>
                </a:lnTo>
                <a:lnTo>
                  <a:pt x="108244" y="535573"/>
                </a:lnTo>
                <a:lnTo>
                  <a:pt x="111021" y="535573"/>
                </a:lnTo>
                <a:lnTo>
                  <a:pt x="113798" y="535573"/>
                </a:lnTo>
                <a:lnTo>
                  <a:pt x="116575" y="535573"/>
                </a:lnTo>
                <a:lnTo>
                  <a:pt x="119351" y="535573"/>
                </a:lnTo>
                <a:lnTo>
                  <a:pt x="122133" y="535573"/>
                </a:lnTo>
                <a:lnTo>
                  <a:pt x="124910" y="535573"/>
                </a:lnTo>
                <a:lnTo>
                  <a:pt x="127687" y="535573"/>
                </a:lnTo>
                <a:lnTo>
                  <a:pt x="130463" y="535573"/>
                </a:lnTo>
                <a:lnTo>
                  <a:pt x="133240" y="535573"/>
                </a:lnTo>
                <a:lnTo>
                  <a:pt x="136017" y="535573"/>
                </a:lnTo>
                <a:lnTo>
                  <a:pt x="138794" y="535573"/>
                </a:lnTo>
                <a:lnTo>
                  <a:pt x="141571" y="535573"/>
                </a:lnTo>
                <a:lnTo>
                  <a:pt x="144348" y="535573"/>
                </a:lnTo>
                <a:lnTo>
                  <a:pt x="147124" y="535573"/>
                </a:lnTo>
                <a:lnTo>
                  <a:pt x="149901" y="535573"/>
                </a:lnTo>
                <a:lnTo>
                  <a:pt x="152678" y="535573"/>
                </a:lnTo>
                <a:lnTo>
                  <a:pt x="155460" y="535573"/>
                </a:lnTo>
                <a:lnTo>
                  <a:pt x="158236" y="535573"/>
                </a:lnTo>
                <a:lnTo>
                  <a:pt x="172121" y="535573"/>
                </a:lnTo>
                <a:lnTo>
                  <a:pt x="174898" y="535573"/>
                </a:lnTo>
                <a:lnTo>
                  <a:pt x="177674" y="535573"/>
                </a:lnTo>
                <a:lnTo>
                  <a:pt x="180451" y="535573"/>
                </a:lnTo>
                <a:lnTo>
                  <a:pt x="183228" y="535573"/>
                </a:lnTo>
                <a:lnTo>
                  <a:pt x="186009" y="535573"/>
                </a:lnTo>
                <a:lnTo>
                  <a:pt x="188786" y="535573"/>
                </a:lnTo>
                <a:lnTo>
                  <a:pt x="191563" y="535573"/>
                </a:lnTo>
                <a:lnTo>
                  <a:pt x="194340" y="535573"/>
                </a:lnTo>
                <a:lnTo>
                  <a:pt x="197117" y="535573"/>
                </a:lnTo>
                <a:lnTo>
                  <a:pt x="199894" y="535573"/>
                </a:lnTo>
                <a:lnTo>
                  <a:pt x="202671" y="535573"/>
                </a:lnTo>
                <a:lnTo>
                  <a:pt x="205447" y="535573"/>
                </a:lnTo>
                <a:lnTo>
                  <a:pt x="208224" y="535573"/>
                </a:lnTo>
                <a:lnTo>
                  <a:pt x="211001" y="535573"/>
                </a:lnTo>
                <a:lnTo>
                  <a:pt x="213782" y="535573"/>
                </a:lnTo>
                <a:lnTo>
                  <a:pt x="216559" y="535573"/>
                </a:lnTo>
                <a:lnTo>
                  <a:pt x="219336" y="535573"/>
                </a:lnTo>
                <a:lnTo>
                  <a:pt x="222113" y="535573"/>
                </a:lnTo>
                <a:lnTo>
                  <a:pt x="224890" y="535573"/>
                </a:lnTo>
                <a:lnTo>
                  <a:pt x="227667" y="535573"/>
                </a:lnTo>
                <a:lnTo>
                  <a:pt x="230444" y="535573"/>
                </a:lnTo>
                <a:lnTo>
                  <a:pt x="233220" y="535573"/>
                </a:lnTo>
                <a:lnTo>
                  <a:pt x="235997" y="535573"/>
                </a:lnTo>
                <a:lnTo>
                  <a:pt x="238774" y="535573"/>
                </a:lnTo>
                <a:lnTo>
                  <a:pt x="241551" y="535573"/>
                </a:lnTo>
                <a:lnTo>
                  <a:pt x="244328" y="535569"/>
                </a:lnTo>
                <a:lnTo>
                  <a:pt x="247105" y="535569"/>
                </a:lnTo>
                <a:lnTo>
                  <a:pt x="249886" y="535569"/>
                </a:lnTo>
                <a:lnTo>
                  <a:pt x="252663" y="535569"/>
                </a:lnTo>
                <a:lnTo>
                  <a:pt x="255440" y="535569"/>
                </a:lnTo>
                <a:lnTo>
                  <a:pt x="258217" y="535569"/>
                </a:lnTo>
                <a:lnTo>
                  <a:pt x="260993" y="535569"/>
                </a:lnTo>
                <a:lnTo>
                  <a:pt x="263770" y="535569"/>
                </a:lnTo>
                <a:lnTo>
                  <a:pt x="266547" y="535569"/>
                </a:lnTo>
                <a:lnTo>
                  <a:pt x="269324" y="535569"/>
                </a:lnTo>
                <a:lnTo>
                  <a:pt x="272101" y="535569"/>
                </a:lnTo>
                <a:lnTo>
                  <a:pt x="274878" y="535569"/>
                </a:lnTo>
                <a:lnTo>
                  <a:pt x="277659" y="535569"/>
                </a:lnTo>
                <a:lnTo>
                  <a:pt x="280436" y="535569"/>
                </a:lnTo>
                <a:lnTo>
                  <a:pt x="283213" y="535569"/>
                </a:lnTo>
                <a:lnTo>
                  <a:pt x="285990" y="535569"/>
                </a:lnTo>
                <a:lnTo>
                  <a:pt x="288766" y="535569"/>
                </a:lnTo>
                <a:lnTo>
                  <a:pt x="291543" y="535569"/>
                </a:lnTo>
                <a:lnTo>
                  <a:pt x="294320" y="535569"/>
                </a:lnTo>
                <a:lnTo>
                  <a:pt x="297097" y="535569"/>
                </a:lnTo>
                <a:lnTo>
                  <a:pt x="299874" y="535569"/>
                </a:lnTo>
                <a:lnTo>
                  <a:pt x="302651" y="535569"/>
                </a:lnTo>
                <a:lnTo>
                  <a:pt x="305428" y="535569"/>
                </a:lnTo>
                <a:lnTo>
                  <a:pt x="308204" y="535569"/>
                </a:lnTo>
                <a:lnTo>
                  <a:pt x="310986" y="535569"/>
                </a:lnTo>
                <a:lnTo>
                  <a:pt x="313763" y="535569"/>
                </a:lnTo>
                <a:lnTo>
                  <a:pt x="316539" y="535569"/>
                </a:lnTo>
                <a:lnTo>
                  <a:pt x="319316" y="535569"/>
                </a:lnTo>
                <a:lnTo>
                  <a:pt x="322093" y="535569"/>
                </a:lnTo>
                <a:lnTo>
                  <a:pt x="324870" y="535569"/>
                </a:lnTo>
                <a:lnTo>
                  <a:pt x="327647" y="535569"/>
                </a:lnTo>
                <a:lnTo>
                  <a:pt x="330424" y="535569"/>
                </a:lnTo>
                <a:lnTo>
                  <a:pt x="333201" y="535569"/>
                </a:lnTo>
                <a:lnTo>
                  <a:pt x="335977" y="535569"/>
                </a:lnTo>
                <a:lnTo>
                  <a:pt x="338754" y="535569"/>
                </a:lnTo>
                <a:lnTo>
                  <a:pt x="341536" y="535569"/>
                </a:lnTo>
                <a:lnTo>
                  <a:pt x="344312" y="535569"/>
                </a:lnTo>
                <a:lnTo>
                  <a:pt x="347089" y="535569"/>
                </a:lnTo>
                <a:lnTo>
                  <a:pt x="349866" y="535569"/>
                </a:lnTo>
                <a:lnTo>
                  <a:pt x="352643" y="535569"/>
                </a:lnTo>
                <a:lnTo>
                  <a:pt x="355420" y="535569"/>
                </a:lnTo>
                <a:lnTo>
                  <a:pt x="358197" y="535569"/>
                </a:lnTo>
                <a:lnTo>
                  <a:pt x="360974" y="535569"/>
                </a:lnTo>
                <a:lnTo>
                  <a:pt x="363750" y="535569"/>
                </a:lnTo>
                <a:lnTo>
                  <a:pt x="366527" y="535569"/>
                </a:lnTo>
                <a:lnTo>
                  <a:pt x="369309" y="535569"/>
                </a:lnTo>
                <a:lnTo>
                  <a:pt x="372085" y="535569"/>
                </a:lnTo>
                <a:lnTo>
                  <a:pt x="374862" y="535569"/>
                </a:lnTo>
                <a:lnTo>
                  <a:pt x="377639" y="535569"/>
                </a:lnTo>
                <a:lnTo>
                  <a:pt x="380416" y="535569"/>
                </a:lnTo>
                <a:lnTo>
                  <a:pt x="383193" y="535569"/>
                </a:lnTo>
                <a:lnTo>
                  <a:pt x="385970" y="535569"/>
                </a:lnTo>
                <a:lnTo>
                  <a:pt x="388747" y="535569"/>
                </a:lnTo>
                <a:lnTo>
                  <a:pt x="391523" y="535569"/>
                </a:lnTo>
                <a:lnTo>
                  <a:pt x="394300" y="535569"/>
                </a:lnTo>
                <a:lnTo>
                  <a:pt x="397077" y="535569"/>
                </a:lnTo>
                <a:lnTo>
                  <a:pt x="399854" y="535569"/>
                </a:lnTo>
                <a:lnTo>
                  <a:pt x="402631" y="535569"/>
                </a:lnTo>
                <a:lnTo>
                  <a:pt x="405412" y="535569"/>
                </a:lnTo>
                <a:lnTo>
                  <a:pt x="408189" y="535569"/>
                </a:lnTo>
                <a:lnTo>
                  <a:pt x="410966" y="535569"/>
                </a:lnTo>
                <a:lnTo>
                  <a:pt x="413743" y="535569"/>
                </a:lnTo>
                <a:lnTo>
                  <a:pt x="416520" y="535569"/>
                </a:lnTo>
                <a:lnTo>
                  <a:pt x="419296" y="535569"/>
                </a:lnTo>
                <a:lnTo>
                  <a:pt x="422091" y="535569"/>
                </a:lnTo>
                <a:lnTo>
                  <a:pt x="424873" y="535569"/>
                </a:lnTo>
                <a:lnTo>
                  <a:pt x="427609" y="535569"/>
                </a:lnTo>
                <a:lnTo>
                  <a:pt x="430390" y="535569"/>
                </a:lnTo>
                <a:lnTo>
                  <a:pt x="433172" y="535569"/>
                </a:lnTo>
                <a:lnTo>
                  <a:pt x="435953" y="535569"/>
                </a:lnTo>
                <a:lnTo>
                  <a:pt x="438734" y="535569"/>
                </a:lnTo>
                <a:lnTo>
                  <a:pt x="441516" y="535569"/>
                </a:lnTo>
                <a:lnTo>
                  <a:pt x="444297" y="535569"/>
                </a:lnTo>
                <a:lnTo>
                  <a:pt x="447078" y="535569"/>
                </a:lnTo>
                <a:lnTo>
                  <a:pt x="449860" y="535569"/>
                </a:lnTo>
                <a:lnTo>
                  <a:pt x="452641" y="535569"/>
                </a:lnTo>
                <a:lnTo>
                  <a:pt x="455422" y="535569"/>
                </a:lnTo>
                <a:lnTo>
                  <a:pt x="458159" y="535569"/>
                </a:lnTo>
                <a:lnTo>
                  <a:pt x="460940" y="535569"/>
                </a:lnTo>
                <a:lnTo>
                  <a:pt x="463722" y="535569"/>
                </a:lnTo>
                <a:lnTo>
                  <a:pt x="466503" y="535569"/>
                </a:lnTo>
                <a:lnTo>
                  <a:pt x="469284" y="535569"/>
                </a:lnTo>
                <a:lnTo>
                  <a:pt x="472066" y="535569"/>
                </a:lnTo>
                <a:lnTo>
                  <a:pt x="474847" y="535569"/>
                </a:lnTo>
                <a:lnTo>
                  <a:pt x="477628" y="535569"/>
                </a:lnTo>
                <a:lnTo>
                  <a:pt x="480410" y="535569"/>
                </a:lnTo>
                <a:lnTo>
                  <a:pt x="483191" y="535569"/>
                </a:lnTo>
                <a:lnTo>
                  <a:pt x="485972" y="535569"/>
                </a:lnTo>
                <a:lnTo>
                  <a:pt x="488709" y="535569"/>
                </a:lnTo>
                <a:lnTo>
                  <a:pt x="491490" y="535569"/>
                </a:lnTo>
                <a:lnTo>
                  <a:pt x="494272" y="535569"/>
                </a:lnTo>
                <a:lnTo>
                  <a:pt x="497053" y="535569"/>
                </a:lnTo>
                <a:lnTo>
                  <a:pt x="499834" y="535569"/>
                </a:lnTo>
                <a:lnTo>
                  <a:pt x="502616" y="535569"/>
                </a:lnTo>
                <a:lnTo>
                  <a:pt x="505397" y="535569"/>
                </a:lnTo>
                <a:lnTo>
                  <a:pt x="508178" y="535569"/>
                </a:lnTo>
                <a:lnTo>
                  <a:pt x="510960" y="535569"/>
                </a:lnTo>
                <a:lnTo>
                  <a:pt x="513741" y="535569"/>
                </a:lnTo>
                <a:lnTo>
                  <a:pt x="516522" y="535569"/>
                </a:lnTo>
                <a:lnTo>
                  <a:pt x="519259" y="535569"/>
                </a:lnTo>
                <a:lnTo>
                  <a:pt x="522040" y="535569"/>
                </a:lnTo>
                <a:lnTo>
                  <a:pt x="524821" y="535569"/>
                </a:lnTo>
                <a:lnTo>
                  <a:pt x="527603" y="535569"/>
                </a:lnTo>
                <a:lnTo>
                  <a:pt x="530384" y="535569"/>
                </a:lnTo>
                <a:lnTo>
                  <a:pt x="533165" y="535569"/>
                </a:lnTo>
                <a:lnTo>
                  <a:pt x="535947" y="535569"/>
                </a:lnTo>
                <a:lnTo>
                  <a:pt x="538728" y="535569"/>
                </a:lnTo>
                <a:lnTo>
                  <a:pt x="541509" y="535569"/>
                </a:lnTo>
                <a:lnTo>
                  <a:pt x="544291" y="535569"/>
                </a:lnTo>
                <a:lnTo>
                  <a:pt x="547072" y="535569"/>
                </a:lnTo>
                <a:lnTo>
                  <a:pt x="549809" y="535569"/>
                </a:lnTo>
                <a:lnTo>
                  <a:pt x="552590" y="535569"/>
                </a:lnTo>
                <a:lnTo>
                  <a:pt x="555371" y="535569"/>
                </a:lnTo>
                <a:lnTo>
                  <a:pt x="558153" y="535569"/>
                </a:lnTo>
                <a:lnTo>
                  <a:pt x="560934" y="535573"/>
                </a:lnTo>
                <a:lnTo>
                  <a:pt x="563715" y="535569"/>
                </a:lnTo>
                <a:lnTo>
                  <a:pt x="600142" y="523199"/>
                </a:lnTo>
                <a:lnTo>
                  <a:pt x="617907" y="487422"/>
                </a:lnTo>
                <a:lnTo>
                  <a:pt x="618086" y="481969"/>
                </a:lnTo>
                <a:lnTo>
                  <a:pt x="618086" y="479232"/>
                </a:lnTo>
                <a:lnTo>
                  <a:pt x="618086" y="476494"/>
                </a:lnTo>
                <a:lnTo>
                  <a:pt x="618086" y="473757"/>
                </a:lnTo>
                <a:lnTo>
                  <a:pt x="618086" y="471019"/>
                </a:lnTo>
                <a:lnTo>
                  <a:pt x="618086" y="468282"/>
                </a:lnTo>
                <a:lnTo>
                  <a:pt x="618086" y="465544"/>
                </a:lnTo>
                <a:lnTo>
                  <a:pt x="618086" y="462807"/>
                </a:lnTo>
                <a:lnTo>
                  <a:pt x="618086" y="460065"/>
                </a:lnTo>
                <a:lnTo>
                  <a:pt x="618086" y="457327"/>
                </a:lnTo>
                <a:lnTo>
                  <a:pt x="618086" y="454590"/>
                </a:lnTo>
                <a:lnTo>
                  <a:pt x="618086" y="451853"/>
                </a:lnTo>
                <a:lnTo>
                  <a:pt x="618086" y="449115"/>
                </a:lnTo>
                <a:lnTo>
                  <a:pt x="618086" y="446378"/>
                </a:lnTo>
                <a:lnTo>
                  <a:pt x="618086" y="443640"/>
                </a:lnTo>
                <a:lnTo>
                  <a:pt x="618086" y="440903"/>
                </a:lnTo>
                <a:lnTo>
                  <a:pt x="618086" y="438165"/>
                </a:lnTo>
                <a:lnTo>
                  <a:pt x="618086" y="435428"/>
                </a:lnTo>
                <a:lnTo>
                  <a:pt x="618086" y="432690"/>
                </a:lnTo>
                <a:lnTo>
                  <a:pt x="618086" y="429953"/>
                </a:lnTo>
                <a:lnTo>
                  <a:pt x="618086" y="427211"/>
                </a:lnTo>
                <a:lnTo>
                  <a:pt x="618086" y="424473"/>
                </a:lnTo>
                <a:lnTo>
                  <a:pt x="618086" y="421736"/>
                </a:lnTo>
                <a:lnTo>
                  <a:pt x="618086" y="418998"/>
                </a:lnTo>
                <a:lnTo>
                  <a:pt x="618086" y="416261"/>
                </a:lnTo>
                <a:lnTo>
                  <a:pt x="618086" y="413523"/>
                </a:lnTo>
                <a:lnTo>
                  <a:pt x="618086" y="410786"/>
                </a:lnTo>
                <a:lnTo>
                  <a:pt x="618086" y="408048"/>
                </a:lnTo>
                <a:lnTo>
                  <a:pt x="618086" y="405311"/>
                </a:lnTo>
                <a:lnTo>
                  <a:pt x="618086" y="402573"/>
                </a:lnTo>
                <a:lnTo>
                  <a:pt x="618086" y="399836"/>
                </a:lnTo>
                <a:lnTo>
                  <a:pt x="618086" y="397094"/>
                </a:lnTo>
                <a:lnTo>
                  <a:pt x="618086" y="394357"/>
                </a:lnTo>
                <a:lnTo>
                  <a:pt x="618086" y="391619"/>
                </a:lnTo>
                <a:lnTo>
                  <a:pt x="618086" y="388882"/>
                </a:lnTo>
                <a:lnTo>
                  <a:pt x="618086" y="386144"/>
                </a:lnTo>
                <a:lnTo>
                  <a:pt x="618086" y="383407"/>
                </a:lnTo>
                <a:lnTo>
                  <a:pt x="618086" y="366982"/>
                </a:lnTo>
                <a:lnTo>
                  <a:pt x="618086" y="364240"/>
                </a:lnTo>
                <a:lnTo>
                  <a:pt x="618086" y="361502"/>
                </a:lnTo>
                <a:lnTo>
                  <a:pt x="618086" y="358765"/>
                </a:lnTo>
                <a:lnTo>
                  <a:pt x="618086" y="356027"/>
                </a:lnTo>
                <a:lnTo>
                  <a:pt x="618086" y="353290"/>
                </a:lnTo>
                <a:lnTo>
                  <a:pt x="618086" y="350552"/>
                </a:lnTo>
                <a:lnTo>
                  <a:pt x="618086" y="347815"/>
                </a:lnTo>
                <a:lnTo>
                  <a:pt x="618086" y="345077"/>
                </a:lnTo>
                <a:lnTo>
                  <a:pt x="618086" y="342340"/>
                </a:lnTo>
                <a:lnTo>
                  <a:pt x="618086" y="339603"/>
                </a:lnTo>
                <a:lnTo>
                  <a:pt x="618086" y="336865"/>
                </a:lnTo>
                <a:lnTo>
                  <a:pt x="618086" y="334123"/>
                </a:lnTo>
                <a:lnTo>
                  <a:pt x="618086" y="320436"/>
                </a:lnTo>
                <a:lnTo>
                  <a:pt x="618086" y="317698"/>
                </a:lnTo>
                <a:lnTo>
                  <a:pt x="618086" y="314961"/>
                </a:lnTo>
                <a:lnTo>
                  <a:pt x="618086" y="312223"/>
                </a:lnTo>
                <a:lnTo>
                  <a:pt x="618086" y="309486"/>
                </a:lnTo>
                <a:lnTo>
                  <a:pt x="618086" y="306748"/>
                </a:lnTo>
                <a:lnTo>
                  <a:pt x="618086" y="304011"/>
                </a:lnTo>
                <a:lnTo>
                  <a:pt x="618086" y="301269"/>
                </a:lnTo>
                <a:lnTo>
                  <a:pt x="618086" y="298531"/>
                </a:lnTo>
                <a:lnTo>
                  <a:pt x="618086" y="282107"/>
                </a:lnTo>
                <a:lnTo>
                  <a:pt x="618086" y="279369"/>
                </a:lnTo>
                <a:lnTo>
                  <a:pt x="618086" y="276632"/>
                </a:lnTo>
                <a:lnTo>
                  <a:pt x="618086" y="273890"/>
                </a:lnTo>
                <a:lnTo>
                  <a:pt x="618086" y="271152"/>
                </a:lnTo>
                <a:lnTo>
                  <a:pt x="618086" y="268415"/>
                </a:lnTo>
                <a:lnTo>
                  <a:pt x="618086" y="265677"/>
                </a:lnTo>
                <a:lnTo>
                  <a:pt x="618086" y="262940"/>
                </a:lnTo>
                <a:lnTo>
                  <a:pt x="618086" y="246515"/>
                </a:lnTo>
                <a:lnTo>
                  <a:pt x="618086" y="243773"/>
                </a:lnTo>
                <a:lnTo>
                  <a:pt x="618086" y="241036"/>
                </a:lnTo>
                <a:lnTo>
                  <a:pt x="618086" y="238298"/>
                </a:lnTo>
                <a:lnTo>
                  <a:pt x="618086" y="235561"/>
                </a:lnTo>
                <a:lnTo>
                  <a:pt x="618086" y="232823"/>
                </a:lnTo>
                <a:lnTo>
                  <a:pt x="618086" y="213661"/>
                </a:lnTo>
                <a:lnTo>
                  <a:pt x="618131" y="210919"/>
                </a:lnTo>
                <a:lnTo>
                  <a:pt x="618131" y="208181"/>
                </a:lnTo>
                <a:lnTo>
                  <a:pt x="618131" y="205444"/>
                </a:lnTo>
                <a:lnTo>
                  <a:pt x="618131" y="202706"/>
                </a:lnTo>
                <a:lnTo>
                  <a:pt x="618131" y="199969"/>
                </a:lnTo>
                <a:lnTo>
                  <a:pt x="618131" y="197231"/>
                </a:lnTo>
                <a:lnTo>
                  <a:pt x="618131" y="194494"/>
                </a:lnTo>
                <a:lnTo>
                  <a:pt x="618131" y="191756"/>
                </a:lnTo>
                <a:lnTo>
                  <a:pt x="618131" y="189019"/>
                </a:lnTo>
                <a:lnTo>
                  <a:pt x="618131" y="186281"/>
                </a:lnTo>
                <a:lnTo>
                  <a:pt x="618131" y="183544"/>
                </a:lnTo>
                <a:lnTo>
                  <a:pt x="618131" y="180802"/>
                </a:lnTo>
                <a:lnTo>
                  <a:pt x="618131" y="178065"/>
                </a:lnTo>
                <a:lnTo>
                  <a:pt x="618131" y="175327"/>
                </a:lnTo>
                <a:lnTo>
                  <a:pt x="618131" y="172590"/>
                </a:lnTo>
                <a:lnTo>
                  <a:pt x="618131" y="169852"/>
                </a:lnTo>
                <a:lnTo>
                  <a:pt x="618131" y="167115"/>
                </a:lnTo>
                <a:lnTo>
                  <a:pt x="618131" y="164377"/>
                </a:lnTo>
                <a:lnTo>
                  <a:pt x="618131" y="161640"/>
                </a:lnTo>
                <a:lnTo>
                  <a:pt x="618131" y="158902"/>
                </a:lnTo>
                <a:lnTo>
                  <a:pt x="618131" y="156200"/>
                </a:lnTo>
                <a:lnTo>
                  <a:pt x="618131" y="153326"/>
                </a:lnTo>
                <a:lnTo>
                  <a:pt x="618131" y="151247"/>
                </a:lnTo>
                <a:lnTo>
                  <a:pt x="618131" y="149301"/>
                </a:lnTo>
              </a:path>
              <a:path w="618489" h="535939">
                <a:moveTo>
                  <a:pt x="12003" y="143551"/>
                </a:moveTo>
                <a:lnTo>
                  <a:pt x="13683" y="143551"/>
                </a:lnTo>
                <a:lnTo>
                  <a:pt x="15669" y="143551"/>
                </a:lnTo>
                <a:lnTo>
                  <a:pt x="18447" y="143551"/>
                </a:lnTo>
                <a:lnTo>
                  <a:pt x="21224" y="143551"/>
                </a:lnTo>
                <a:lnTo>
                  <a:pt x="24001" y="143551"/>
                </a:lnTo>
                <a:lnTo>
                  <a:pt x="26778" y="143551"/>
                </a:lnTo>
                <a:lnTo>
                  <a:pt x="29554" y="143551"/>
                </a:lnTo>
                <a:lnTo>
                  <a:pt x="32331" y="143551"/>
                </a:lnTo>
                <a:lnTo>
                  <a:pt x="35108" y="143551"/>
                </a:lnTo>
                <a:lnTo>
                  <a:pt x="37889" y="143551"/>
                </a:lnTo>
                <a:lnTo>
                  <a:pt x="40666" y="143551"/>
                </a:lnTo>
                <a:lnTo>
                  <a:pt x="43443" y="143551"/>
                </a:lnTo>
                <a:lnTo>
                  <a:pt x="46220" y="143551"/>
                </a:lnTo>
                <a:lnTo>
                  <a:pt x="60104" y="143551"/>
                </a:lnTo>
                <a:lnTo>
                  <a:pt x="62881" y="143551"/>
                </a:lnTo>
                <a:lnTo>
                  <a:pt x="65658" y="143551"/>
                </a:lnTo>
                <a:lnTo>
                  <a:pt x="68435" y="143551"/>
                </a:lnTo>
                <a:lnTo>
                  <a:pt x="71216" y="143551"/>
                </a:lnTo>
                <a:lnTo>
                  <a:pt x="73993" y="143551"/>
                </a:lnTo>
                <a:lnTo>
                  <a:pt x="76770" y="143551"/>
                </a:lnTo>
                <a:lnTo>
                  <a:pt x="79547" y="143551"/>
                </a:lnTo>
                <a:lnTo>
                  <a:pt x="82324" y="143551"/>
                </a:lnTo>
                <a:lnTo>
                  <a:pt x="85100" y="143551"/>
                </a:lnTo>
                <a:lnTo>
                  <a:pt x="87877" y="143551"/>
                </a:lnTo>
                <a:lnTo>
                  <a:pt x="90654" y="143551"/>
                </a:lnTo>
                <a:lnTo>
                  <a:pt x="93431" y="143551"/>
                </a:lnTo>
                <a:lnTo>
                  <a:pt x="96208" y="143551"/>
                </a:lnTo>
                <a:lnTo>
                  <a:pt x="98985" y="143551"/>
                </a:lnTo>
                <a:lnTo>
                  <a:pt x="101766" y="143551"/>
                </a:lnTo>
                <a:lnTo>
                  <a:pt x="104543" y="143551"/>
                </a:lnTo>
                <a:lnTo>
                  <a:pt x="107320" y="143551"/>
                </a:lnTo>
                <a:lnTo>
                  <a:pt x="110097" y="143551"/>
                </a:lnTo>
                <a:lnTo>
                  <a:pt x="112873" y="143551"/>
                </a:lnTo>
                <a:lnTo>
                  <a:pt x="115650" y="143551"/>
                </a:lnTo>
                <a:lnTo>
                  <a:pt x="118427" y="143551"/>
                </a:lnTo>
                <a:lnTo>
                  <a:pt x="121204" y="143551"/>
                </a:lnTo>
                <a:lnTo>
                  <a:pt x="123981" y="143551"/>
                </a:lnTo>
                <a:lnTo>
                  <a:pt x="126758" y="143551"/>
                </a:lnTo>
                <a:lnTo>
                  <a:pt x="129539" y="143551"/>
                </a:lnTo>
                <a:lnTo>
                  <a:pt x="132311" y="143551"/>
                </a:lnTo>
                <a:lnTo>
                  <a:pt x="135093" y="143552"/>
                </a:lnTo>
                <a:lnTo>
                  <a:pt x="137870" y="143552"/>
                </a:lnTo>
                <a:lnTo>
                  <a:pt x="140646" y="143552"/>
                </a:lnTo>
                <a:lnTo>
                  <a:pt x="143423" y="143552"/>
                </a:lnTo>
                <a:lnTo>
                  <a:pt x="146200" y="143552"/>
                </a:lnTo>
                <a:lnTo>
                  <a:pt x="148977" y="143552"/>
                </a:lnTo>
                <a:lnTo>
                  <a:pt x="151754" y="143552"/>
                </a:lnTo>
                <a:lnTo>
                  <a:pt x="154531" y="143552"/>
                </a:lnTo>
                <a:lnTo>
                  <a:pt x="157308" y="143552"/>
                </a:lnTo>
                <a:lnTo>
                  <a:pt x="160084" y="143552"/>
                </a:lnTo>
                <a:lnTo>
                  <a:pt x="162866" y="143552"/>
                </a:lnTo>
                <a:lnTo>
                  <a:pt x="165643" y="143552"/>
                </a:lnTo>
                <a:lnTo>
                  <a:pt x="168419" y="143552"/>
                </a:lnTo>
                <a:lnTo>
                  <a:pt x="171196" y="143552"/>
                </a:lnTo>
                <a:lnTo>
                  <a:pt x="173973" y="143552"/>
                </a:lnTo>
                <a:lnTo>
                  <a:pt x="176750" y="143552"/>
                </a:lnTo>
                <a:lnTo>
                  <a:pt x="179527" y="143552"/>
                </a:lnTo>
                <a:lnTo>
                  <a:pt x="182304" y="143552"/>
                </a:lnTo>
                <a:lnTo>
                  <a:pt x="185081" y="143552"/>
                </a:lnTo>
                <a:lnTo>
                  <a:pt x="187857" y="143552"/>
                </a:lnTo>
                <a:lnTo>
                  <a:pt x="190634" y="143552"/>
                </a:lnTo>
                <a:lnTo>
                  <a:pt x="193416" y="143552"/>
                </a:lnTo>
                <a:lnTo>
                  <a:pt x="196192" y="143552"/>
                </a:lnTo>
                <a:lnTo>
                  <a:pt x="198969" y="143552"/>
                </a:lnTo>
                <a:lnTo>
                  <a:pt x="201746" y="143552"/>
                </a:lnTo>
                <a:lnTo>
                  <a:pt x="204523" y="143552"/>
                </a:lnTo>
                <a:lnTo>
                  <a:pt x="207300" y="143552"/>
                </a:lnTo>
                <a:lnTo>
                  <a:pt x="210077" y="143552"/>
                </a:lnTo>
                <a:lnTo>
                  <a:pt x="212854" y="143552"/>
                </a:lnTo>
                <a:lnTo>
                  <a:pt x="215630" y="143552"/>
                </a:lnTo>
                <a:lnTo>
                  <a:pt x="218407" y="143552"/>
                </a:lnTo>
                <a:lnTo>
                  <a:pt x="221184" y="143552"/>
                </a:lnTo>
                <a:lnTo>
                  <a:pt x="223961" y="143552"/>
                </a:lnTo>
                <a:lnTo>
                  <a:pt x="226742" y="143552"/>
                </a:lnTo>
                <a:lnTo>
                  <a:pt x="229519" y="143552"/>
                </a:lnTo>
                <a:lnTo>
                  <a:pt x="232296" y="143552"/>
                </a:lnTo>
                <a:lnTo>
                  <a:pt x="235073" y="143552"/>
                </a:lnTo>
                <a:lnTo>
                  <a:pt x="237850" y="143552"/>
                </a:lnTo>
                <a:lnTo>
                  <a:pt x="240627" y="143552"/>
                </a:lnTo>
                <a:lnTo>
                  <a:pt x="243403" y="143552"/>
                </a:lnTo>
                <a:lnTo>
                  <a:pt x="246180" y="143552"/>
                </a:lnTo>
                <a:lnTo>
                  <a:pt x="248957" y="143552"/>
                </a:lnTo>
                <a:lnTo>
                  <a:pt x="251734" y="143552"/>
                </a:lnTo>
                <a:lnTo>
                  <a:pt x="254511" y="143552"/>
                </a:lnTo>
                <a:lnTo>
                  <a:pt x="257292" y="143552"/>
                </a:lnTo>
                <a:lnTo>
                  <a:pt x="260069" y="143552"/>
                </a:lnTo>
                <a:lnTo>
                  <a:pt x="262846" y="143552"/>
                </a:lnTo>
                <a:lnTo>
                  <a:pt x="265623" y="143552"/>
                </a:lnTo>
                <a:lnTo>
                  <a:pt x="268400" y="143552"/>
                </a:lnTo>
                <a:lnTo>
                  <a:pt x="271177" y="143552"/>
                </a:lnTo>
                <a:lnTo>
                  <a:pt x="273953" y="143552"/>
                </a:lnTo>
                <a:lnTo>
                  <a:pt x="276730" y="143552"/>
                </a:lnTo>
                <a:lnTo>
                  <a:pt x="279507" y="143552"/>
                </a:lnTo>
                <a:lnTo>
                  <a:pt x="282284" y="143552"/>
                </a:lnTo>
                <a:lnTo>
                  <a:pt x="285061" y="143552"/>
                </a:lnTo>
                <a:lnTo>
                  <a:pt x="287838" y="143552"/>
                </a:lnTo>
                <a:lnTo>
                  <a:pt x="290619" y="143552"/>
                </a:lnTo>
                <a:lnTo>
                  <a:pt x="293396" y="143552"/>
                </a:lnTo>
                <a:lnTo>
                  <a:pt x="296173" y="143552"/>
                </a:lnTo>
                <a:lnTo>
                  <a:pt x="298950" y="143552"/>
                </a:lnTo>
                <a:lnTo>
                  <a:pt x="301726" y="143552"/>
                </a:lnTo>
                <a:lnTo>
                  <a:pt x="304503" y="143552"/>
                </a:lnTo>
                <a:lnTo>
                  <a:pt x="307280" y="143552"/>
                </a:lnTo>
                <a:lnTo>
                  <a:pt x="310057" y="143552"/>
                </a:lnTo>
                <a:lnTo>
                  <a:pt x="312834" y="143552"/>
                </a:lnTo>
                <a:lnTo>
                  <a:pt x="315611" y="143552"/>
                </a:lnTo>
                <a:lnTo>
                  <a:pt x="318387" y="143552"/>
                </a:lnTo>
                <a:lnTo>
                  <a:pt x="321169" y="143552"/>
                </a:lnTo>
                <a:lnTo>
                  <a:pt x="323946" y="143552"/>
                </a:lnTo>
                <a:lnTo>
                  <a:pt x="326723" y="143552"/>
                </a:lnTo>
                <a:lnTo>
                  <a:pt x="329499" y="143552"/>
                </a:lnTo>
                <a:lnTo>
                  <a:pt x="332276" y="143552"/>
                </a:lnTo>
                <a:lnTo>
                  <a:pt x="335053" y="143552"/>
                </a:lnTo>
                <a:lnTo>
                  <a:pt x="337830" y="143552"/>
                </a:lnTo>
                <a:lnTo>
                  <a:pt x="340607" y="143552"/>
                </a:lnTo>
                <a:lnTo>
                  <a:pt x="343384" y="143552"/>
                </a:lnTo>
                <a:lnTo>
                  <a:pt x="346161" y="143552"/>
                </a:lnTo>
                <a:lnTo>
                  <a:pt x="348942" y="143552"/>
                </a:lnTo>
                <a:lnTo>
                  <a:pt x="351714" y="143552"/>
                </a:lnTo>
                <a:lnTo>
                  <a:pt x="354496" y="143552"/>
                </a:lnTo>
                <a:lnTo>
                  <a:pt x="357272" y="143552"/>
                </a:lnTo>
                <a:lnTo>
                  <a:pt x="360049" y="143552"/>
                </a:lnTo>
                <a:lnTo>
                  <a:pt x="362826" y="143552"/>
                </a:lnTo>
                <a:lnTo>
                  <a:pt x="365603" y="143552"/>
                </a:lnTo>
                <a:lnTo>
                  <a:pt x="368380" y="143552"/>
                </a:lnTo>
                <a:lnTo>
                  <a:pt x="371157" y="143552"/>
                </a:lnTo>
                <a:lnTo>
                  <a:pt x="373934" y="143552"/>
                </a:lnTo>
                <a:lnTo>
                  <a:pt x="376710" y="143552"/>
                </a:lnTo>
                <a:lnTo>
                  <a:pt x="379487" y="143552"/>
                </a:lnTo>
                <a:lnTo>
                  <a:pt x="382269" y="143552"/>
                </a:lnTo>
                <a:lnTo>
                  <a:pt x="385045" y="143552"/>
                </a:lnTo>
                <a:lnTo>
                  <a:pt x="387822" y="143552"/>
                </a:lnTo>
                <a:lnTo>
                  <a:pt x="407260" y="143552"/>
                </a:lnTo>
                <a:lnTo>
                  <a:pt x="410037" y="143552"/>
                </a:lnTo>
                <a:lnTo>
                  <a:pt x="412818" y="143552"/>
                </a:lnTo>
                <a:lnTo>
                  <a:pt x="415591" y="143552"/>
                </a:lnTo>
                <a:lnTo>
                  <a:pt x="418372" y="143552"/>
                </a:lnTo>
                <a:lnTo>
                  <a:pt x="421149" y="143552"/>
                </a:lnTo>
                <a:lnTo>
                  <a:pt x="423930" y="143552"/>
                </a:lnTo>
                <a:lnTo>
                  <a:pt x="426712" y="143552"/>
                </a:lnTo>
                <a:lnTo>
                  <a:pt x="429493" y="143552"/>
                </a:lnTo>
                <a:lnTo>
                  <a:pt x="432274" y="143552"/>
                </a:lnTo>
                <a:lnTo>
                  <a:pt x="435056" y="143552"/>
                </a:lnTo>
                <a:lnTo>
                  <a:pt x="437792" y="143552"/>
                </a:lnTo>
                <a:lnTo>
                  <a:pt x="440574" y="143552"/>
                </a:lnTo>
                <a:lnTo>
                  <a:pt x="443355" y="143552"/>
                </a:lnTo>
                <a:lnTo>
                  <a:pt x="446136" y="143552"/>
                </a:lnTo>
                <a:lnTo>
                  <a:pt x="448918" y="143552"/>
                </a:lnTo>
                <a:lnTo>
                  <a:pt x="451699" y="143552"/>
                </a:lnTo>
                <a:lnTo>
                  <a:pt x="454480" y="143552"/>
                </a:lnTo>
                <a:lnTo>
                  <a:pt x="457262" y="143552"/>
                </a:lnTo>
                <a:lnTo>
                  <a:pt x="460043" y="143552"/>
                </a:lnTo>
                <a:lnTo>
                  <a:pt x="462824" y="143552"/>
                </a:lnTo>
                <a:lnTo>
                  <a:pt x="465606" y="143552"/>
                </a:lnTo>
                <a:lnTo>
                  <a:pt x="468342" y="143552"/>
                </a:lnTo>
                <a:lnTo>
                  <a:pt x="471123" y="143552"/>
                </a:lnTo>
                <a:lnTo>
                  <a:pt x="473905" y="143552"/>
                </a:lnTo>
                <a:lnTo>
                  <a:pt x="476686" y="143552"/>
                </a:lnTo>
                <a:lnTo>
                  <a:pt x="479467" y="143552"/>
                </a:lnTo>
                <a:lnTo>
                  <a:pt x="482249" y="143552"/>
                </a:lnTo>
                <a:lnTo>
                  <a:pt x="485030" y="143552"/>
                </a:lnTo>
                <a:lnTo>
                  <a:pt x="487811" y="143552"/>
                </a:lnTo>
                <a:lnTo>
                  <a:pt x="490593" y="143552"/>
                </a:lnTo>
                <a:lnTo>
                  <a:pt x="493374" y="143552"/>
                </a:lnTo>
                <a:lnTo>
                  <a:pt x="496155" y="143552"/>
                </a:lnTo>
                <a:lnTo>
                  <a:pt x="498892" y="143552"/>
                </a:lnTo>
                <a:lnTo>
                  <a:pt x="501673" y="143552"/>
                </a:lnTo>
                <a:lnTo>
                  <a:pt x="504455" y="143596"/>
                </a:lnTo>
                <a:lnTo>
                  <a:pt x="507236" y="143596"/>
                </a:lnTo>
                <a:lnTo>
                  <a:pt x="510017" y="143596"/>
                </a:lnTo>
                <a:lnTo>
                  <a:pt x="512799" y="143596"/>
                </a:lnTo>
                <a:lnTo>
                  <a:pt x="515580" y="143596"/>
                </a:lnTo>
                <a:lnTo>
                  <a:pt x="518361" y="143596"/>
                </a:lnTo>
                <a:lnTo>
                  <a:pt x="521143" y="143596"/>
                </a:lnTo>
                <a:lnTo>
                  <a:pt x="523924" y="143596"/>
                </a:lnTo>
                <a:lnTo>
                  <a:pt x="526705" y="143596"/>
                </a:lnTo>
                <a:lnTo>
                  <a:pt x="529442" y="143596"/>
                </a:lnTo>
                <a:lnTo>
                  <a:pt x="532223" y="143596"/>
                </a:lnTo>
                <a:lnTo>
                  <a:pt x="535004" y="143596"/>
                </a:lnTo>
                <a:lnTo>
                  <a:pt x="537786" y="143596"/>
                </a:lnTo>
                <a:lnTo>
                  <a:pt x="540567" y="143596"/>
                </a:lnTo>
                <a:lnTo>
                  <a:pt x="543349" y="143596"/>
                </a:lnTo>
                <a:lnTo>
                  <a:pt x="546130" y="143596"/>
                </a:lnTo>
                <a:lnTo>
                  <a:pt x="548911" y="143596"/>
                </a:lnTo>
                <a:lnTo>
                  <a:pt x="551693" y="143596"/>
                </a:lnTo>
                <a:lnTo>
                  <a:pt x="554474" y="143596"/>
                </a:lnTo>
                <a:lnTo>
                  <a:pt x="557255" y="143596"/>
                </a:lnTo>
                <a:lnTo>
                  <a:pt x="559992" y="143596"/>
                </a:lnTo>
                <a:lnTo>
                  <a:pt x="562773" y="143596"/>
                </a:lnTo>
                <a:lnTo>
                  <a:pt x="565554" y="143596"/>
                </a:lnTo>
                <a:lnTo>
                  <a:pt x="568336" y="143596"/>
                </a:lnTo>
                <a:lnTo>
                  <a:pt x="571117" y="143596"/>
                </a:lnTo>
                <a:lnTo>
                  <a:pt x="573898" y="143640"/>
                </a:lnTo>
                <a:lnTo>
                  <a:pt x="576680" y="143640"/>
                </a:lnTo>
                <a:lnTo>
                  <a:pt x="579461" y="143640"/>
                </a:lnTo>
                <a:lnTo>
                  <a:pt x="582242" y="143640"/>
                </a:lnTo>
                <a:lnTo>
                  <a:pt x="585024" y="143640"/>
                </a:lnTo>
                <a:lnTo>
                  <a:pt x="587805" y="143640"/>
                </a:lnTo>
                <a:lnTo>
                  <a:pt x="590542" y="143640"/>
                </a:lnTo>
                <a:lnTo>
                  <a:pt x="593323" y="143640"/>
                </a:lnTo>
                <a:lnTo>
                  <a:pt x="596104" y="143640"/>
                </a:lnTo>
                <a:lnTo>
                  <a:pt x="598886" y="143640"/>
                </a:lnTo>
                <a:lnTo>
                  <a:pt x="601667" y="143640"/>
                </a:lnTo>
                <a:lnTo>
                  <a:pt x="604448" y="143640"/>
                </a:lnTo>
                <a:lnTo>
                  <a:pt x="606422" y="143640"/>
                </a:lnTo>
                <a:lnTo>
                  <a:pt x="608127" y="143640"/>
                </a:lnTo>
              </a:path>
              <a:path w="618489" h="535939">
                <a:moveTo>
                  <a:pt x="0" y="139394"/>
                </a:moveTo>
                <a:lnTo>
                  <a:pt x="0" y="138466"/>
                </a:lnTo>
                <a:lnTo>
                  <a:pt x="0" y="137227"/>
                </a:lnTo>
                <a:lnTo>
                  <a:pt x="0" y="135724"/>
                </a:lnTo>
                <a:lnTo>
                  <a:pt x="0" y="134308"/>
                </a:lnTo>
                <a:lnTo>
                  <a:pt x="0" y="133114"/>
                </a:lnTo>
                <a:lnTo>
                  <a:pt x="0" y="131743"/>
                </a:lnTo>
                <a:lnTo>
                  <a:pt x="1" y="130461"/>
                </a:lnTo>
                <a:lnTo>
                  <a:pt x="1" y="128957"/>
                </a:lnTo>
                <a:lnTo>
                  <a:pt x="1" y="127675"/>
                </a:lnTo>
                <a:lnTo>
                  <a:pt x="1" y="126215"/>
                </a:lnTo>
                <a:lnTo>
                  <a:pt x="2" y="124933"/>
                </a:lnTo>
                <a:lnTo>
                  <a:pt x="3" y="123518"/>
                </a:lnTo>
                <a:lnTo>
                  <a:pt x="3" y="122191"/>
                </a:lnTo>
                <a:lnTo>
                  <a:pt x="3" y="120776"/>
                </a:lnTo>
                <a:lnTo>
                  <a:pt x="3" y="119449"/>
                </a:lnTo>
                <a:lnTo>
                  <a:pt x="4" y="118034"/>
                </a:lnTo>
                <a:lnTo>
                  <a:pt x="4" y="116751"/>
                </a:lnTo>
                <a:lnTo>
                  <a:pt x="4" y="115292"/>
                </a:lnTo>
                <a:lnTo>
                  <a:pt x="5" y="114010"/>
                </a:lnTo>
                <a:lnTo>
                  <a:pt x="6" y="112550"/>
                </a:lnTo>
                <a:lnTo>
                  <a:pt x="6" y="111268"/>
                </a:lnTo>
                <a:lnTo>
                  <a:pt x="6" y="109808"/>
                </a:lnTo>
                <a:lnTo>
                  <a:pt x="6" y="108526"/>
                </a:lnTo>
                <a:lnTo>
                  <a:pt x="7" y="107066"/>
                </a:lnTo>
                <a:lnTo>
                  <a:pt x="8" y="105784"/>
                </a:lnTo>
                <a:lnTo>
                  <a:pt x="8" y="104324"/>
                </a:lnTo>
                <a:lnTo>
                  <a:pt x="8" y="103042"/>
                </a:lnTo>
                <a:lnTo>
                  <a:pt x="8" y="101583"/>
                </a:lnTo>
                <a:lnTo>
                  <a:pt x="9" y="100300"/>
                </a:lnTo>
                <a:lnTo>
                  <a:pt x="9" y="98841"/>
                </a:lnTo>
                <a:lnTo>
                  <a:pt x="9" y="97558"/>
                </a:lnTo>
                <a:lnTo>
                  <a:pt x="10" y="96099"/>
                </a:lnTo>
                <a:lnTo>
                  <a:pt x="11" y="94816"/>
                </a:lnTo>
                <a:lnTo>
                  <a:pt x="11" y="93401"/>
                </a:lnTo>
                <a:lnTo>
                  <a:pt x="11" y="92074"/>
                </a:lnTo>
                <a:lnTo>
                  <a:pt x="11" y="90659"/>
                </a:lnTo>
                <a:lnTo>
                  <a:pt x="12" y="89332"/>
                </a:lnTo>
                <a:lnTo>
                  <a:pt x="12" y="87917"/>
                </a:lnTo>
                <a:lnTo>
                  <a:pt x="12" y="86635"/>
                </a:lnTo>
                <a:lnTo>
                  <a:pt x="13" y="85175"/>
                </a:lnTo>
                <a:lnTo>
                  <a:pt x="13" y="83893"/>
                </a:lnTo>
                <a:lnTo>
                  <a:pt x="13" y="82433"/>
                </a:lnTo>
                <a:lnTo>
                  <a:pt x="14" y="81151"/>
                </a:lnTo>
                <a:lnTo>
                  <a:pt x="14" y="79692"/>
                </a:lnTo>
                <a:lnTo>
                  <a:pt x="15" y="78409"/>
                </a:lnTo>
                <a:lnTo>
                  <a:pt x="16" y="76950"/>
                </a:lnTo>
                <a:lnTo>
                  <a:pt x="16" y="75667"/>
                </a:lnTo>
                <a:lnTo>
                  <a:pt x="16" y="74208"/>
                </a:lnTo>
                <a:lnTo>
                  <a:pt x="16" y="72925"/>
                </a:lnTo>
                <a:lnTo>
                  <a:pt x="17" y="71466"/>
                </a:lnTo>
                <a:lnTo>
                  <a:pt x="17" y="70183"/>
                </a:lnTo>
                <a:lnTo>
                  <a:pt x="17" y="68724"/>
                </a:lnTo>
                <a:lnTo>
                  <a:pt x="18" y="67441"/>
                </a:lnTo>
                <a:lnTo>
                  <a:pt x="18" y="65982"/>
                </a:lnTo>
                <a:lnTo>
                  <a:pt x="18" y="64700"/>
                </a:lnTo>
                <a:lnTo>
                  <a:pt x="19" y="63284"/>
                </a:lnTo>
                <a:lnTo>
                  <a:pt x="19" y="61958"/>
                </a:lnTo>
                <a:lnTo>
                  <a:pt x="20" y="60542"/>
                </a:lnTo>
                <a:lnTo>
                  <a:pt x="20" y="59216"/>
                </a:lnTo>
                <a:lnTo>
                  <a:pt x="20" y="57801"/>
                </a:lnTo>
                <a:lnTo>
                  <a:pt x="21" y="56518"/>
                </a:lnTo>
                <a:lnTo>
                  <a:pt x="21" y="55059"/>
                </a:lnTo>
                <a:lnTo>
                  <a:pt x="21" y="53776"/>
                </a:lnTo>
                <a:lnTo>
                  <a:pt x="22" y="52317"/>
                </a:lnTo>
                <a:lnTo>
                  <a:pt x="22" y="51034"/>
                </a:lnTo>
                <a:lnTo>
                  <a:pt x="30" y="49575"/>
                </a:lnTo>
                <a:lnTo>
                  <a:pt x="15849" y="13223"/>
                </a:lnTo>
                <a:lnTo>
                  <a:pt x="45740" y="176"/>
                </a:lnTo>
                <a:lnTo>
                  <a:pt x="47283" y="44"/>
                </a:lnTo>
                <a:lnTo>
                  <a:pt x="48804" y="0"/>
                </a:lnTo>
                <a:lnTo>
                  <a:pt x="50114" y="0"/>
                </a:lnTo>
                <a:lnTo>
                  <a:pt x="51585" y="0"/>
                </a:lnTo>
                <a:lnTo>
                  <a:pt x="52891" y="0"/>
                </a:lnTo>
                <a:lnTo>
                  <a:pt x="54362" y="0"/>
                </a:lnTo>
                <a:lnTo>
                  <a:pt x="55667" y="0"/>
                </a:lnTo>
                <a:lnTo>
                  <a:pt x="57139" y="0"/>
                </a:lnTo>
                <a:lnTo>
                  <a:pt x="58444" y="0"/>
                </a:lnTo>
                <a:lnTo>
                  <a:pt x="59916" y="0"/>
                </a:lnTo>
                <a:lnTo>
                  <a:pt x="61221" y="0"/>
                </a:lnTo>
                <a:lnTo>
                  <a:pt x="62693" y="0"/>
                </a:lnTo>
                <a:lnTo>
                  <a:pt x="63998" y="0"/>
                </a:lnTo>
                <a:lnTo>
                  <a:pt x="65469" y="0"/>
                </a:lnTo>
                <a:lnTo>
                  <a:pt x="66775" y="0"/>
                </a:lnTo>
                <a:lnTo>
                  <a:pt x="68246" y="0"/>
                </a:lnTo>
                <a:lnTo>
                  <a:pt x="69552" y="0"/>
                </a:lnTo>
                <a:lnTo>
                  <a:pt x="71023" y="0"/>
                </a:lnTo>
                <a:lnTo>
                  <a:pt x="72329" y="0"/>
                </a:lnTo>
                <a:lnTo>
                  <a:pt x="73800" y="0"/>
                </a:lnTo>
                <a:lnTo>
                  <a:pt x="75105" y="0"/>
                </a:lnTo>
                <a:lnTo>
                  <a:pt x="76577" y="0"/>
                </a:lnTo>
                <a:lnTo>
                  <a:pt x="77887" y="0"/>
                </a:lnTo>
                <a:lnTo>
                  <a:pt x="79354" y="0"/>
                </a:lnTo>
                <a:lnTo>
                  <a:pt x="80664" y="0"/>
                </a:lnTo>
                <a:lnTo>
                  <a:pt x="82135" y="0"/>
                </a:lnTo>
                <a:lnTo>
                  <a:pt x="83441" y="0"/>
                </a:lnTo>
                <a:lnTo>
                  <a:pt x="84912" y="0"/>
                </a:lnTo>
                <a:lnTo>
                  <a:pt x="86217" y="0"/>
                </a:lnTo>
                <a:lnTo>
                  <a:pt x="87689" y="0"/>
                </a:lnTo>
                <a:lnTo>
                  <a:pt x="88994" y="0"/>
                </a:lnTo>
                <a:lnTo>
                  <a:pt x="90466" y="0"/>
                </a:lnTo>
                <a:lnTo>
                  <a:pt x="91771" y="0"/>
                </a:lnTo>
                <a:lnTo>
                  <a:pt x="93242" y="0"/>
                </a:lnTo>
                <a:lnTo>
                  <a:pt x="94548" y="0"/>
                </a:lnTo>
                <a:lnTo>
                  <a:pt x="96019" y="0"/>
                </a:lnTo>
                <a:lnTo>
                  <a:pt x="97325" y="0"/>
                </a:lnTo>
                <a:lnTo>
                  <a:pt x="98796" y="0"/>
                </a:lnTo>
                <a:lnTo>
                  <a:pt x="100102" y="0"/>
                </a:lnTo>
                <a:lnTo>
                  <a:pt x="101573" y="0"/>
                </a:lnTo>
                <a:lnTo>
                  <a:pt x="102878" y="0"/>
                </a:lnTo>
                <a:lnTo>
                  <a:pt x="104350" y="0"/>
                </a:lnTo>
                <a:lnTo>
                  <a:pt x="105655" y="0"/>
                </a:lnTo>
                <a:lnTo>
                  <a:pt x="107127" y="0"/>
                </a:lnTo>
                <a:lnTo>
                  <a:pt x="108437" y="0"/>
                </a:lnTo>
                <a:lnTo>
                  <a:pt x="109904" y="0"/>
                </a:lnTo>
                <a:lnTo>
                  <a:pt x="111214" y="0"/>
                </a:lnTo>
                <a:lnTo>
                  <a:pt x="112680" y="0"/>
                </a:lnTo>
                <a:lnTo>
                  <a:pt x="113990" y="0"/>
                </a:lnTo>
                <a:lnTo>
                  <a:pt x="115462" y="0"/>
                </a:lnTo>
                <a:lnTo>
                  <a:pt x="116767" y="0"/>
                </a:lnTo>
                <a:lnTo>
                  <a:pt x="118239" y="0"/>
                </a:lnTo>
                <a:lnTo>
                  <a:pt x="119544" y="0"/>
                </a:lnTo>
                <a:lnTo>
                  <a:pt x="121016" y="0"/>
                </a:lnTo>
                <a:lnTo>
                  <a:pt x="122321" y="0"/>
                </a:lnTo>
                <a:lnTo>
                  <a:pt x="123792" y="0"/>
                </a:lnTo>
                <a:lnTo>
                  <a:pt x="125098" y="0"/>
                </a:lnTo>
                <a:lnTo>
                  <a:pt x="126569" y="0"/>
                </a:lnTo>
                <a:lnTo>
                  <a:pt x="127875" y="0"/>
                </a:lnTo>
                <a:lnTo>
                  <a:pt x="129346" y="0"/>
                </a:lnTo>
                <a:lnTo>
                  <a:pt x="130652" y="0"/>
                </a:lnTo>
                <a:lnTo>
                  <a:pt x="132123" y="0"/>
                </a:lnTo>
                <a:lnTo>
                  <a:pt x="133428" y="0"/>
                </a:lnTo>
                <a:lnTo>
                  <a:pt x="134900" y="0"/>
                </a:lnTo>
                <a:lnTo>
                  <a:pt x="136205" y="0"/>
                </a:lnTo>
                <a:lnTo>
                  <a:pt x="137677" y="0"/>
                </a:lnTo>
                <a:lnTo>
                  <a:pt x="138982" y="0"/>
                </a:lnTo>
                <a:lnTo>
                  <a:pt x="140453" y="0"/>
                </a:lnTo>
                <a:lnTo>
                  <a:pt x="141763" y="0"/>
                </a:lnTo>
                <a:lnTo>
                  <a:pt x="143230" y="0"/>
                </a:lnTo>
                <a:lnTo>
                  <a:pt x="144540" y="0"/>
                </a:lnTo>
                <a:lnTo>
                  <a:pt x="146012" y="0"/>
                </a:lnTo>
                <a:lnTo>
                  <a:pt x="147317" y="0"/>
                </a:lnTo>
                <a:lnTo>
                  <a:pt x="148789" y="0"/>
                </a:lnTo>
                <a:lnTo>
                  <a:pt x="150094" y="0"/>
                </a:lnTo>
                <a:lnTo>
                  <a:pt x="151565" y="0"/>
                </a:lnTo>
                <a:lnTo>
                  <a:pt x="152871" y="0"/>
                </a:lnTo>
                <a:lnTo>
                  <a:pt x="154342" y="0"/>
                </a:lnTo>
                <a:lnTo>
                  <a:pt x="155648" y="0"/>
                </a:lnTo>
                <a:lnTo>
                  <a:pt x="157119" y="0"/>
                </a:lnTo>
                <a:lnTo>
                  <a:pt x="158425" y="0"/>
                </a:lnTo>
                <a:lnTo>
                  <a:pt x="159896" y="0"/>
                </a:lnTo>
                <a:lnTo>
                  <a:pt x="161201" y="0"/>
                </a:lnTo>
                <a:lnTo>
                  <a:pt x="162673" y="0"/>
                </a:lnTo>
                <a:lnTo>
                  <a:pt x="163978" y="0"/>
                </a:lnTo>
                <a:lnTo>
                  <a:pt x="165450" y="0"/>
                </a:lnTo>
                <a:lnTo>
                  <a:pt x="166755" y="0"/>
                </a:lnTo>
                <a:lnTo>
                  <a:pt x="168226" y="0"/>
                </a:lnTo>
                <a:lnTo>
                  <a:pt x="169536" y="0"/>
                </a:lnTo>
                <a:lnTo>
                  <a:pt x="171003" y="0"/>
                </a:lnTo>
                <a:lnTo>
                  <a:pt x="172313" y="0"/>
                </a:lnTo>
                <a:lnTo>
                  <a:pt x="173780" y="0"/>
                </a:lnTo>
                <a:lnTo>
                  <a:pt x="175090" y="0"/>
                </a:lnTo>
                <a:lnTo>
                  <a:pt x="176557" y="0"/>
                </a:lnTo>
                <a:lnTo>
                  <a:pt x="177867" y="0"/>
                </a:lnTo>
                <a:lnTo>
                  <a:pt x="179338" y="0"/>
                </a:lnTo>
                <a:lnTo>
                  <a:pt x="180644" y="0"/>
                </a:lnTo>
                <a:lnTo>
                  <a:pt x="182115" y="0"/>
                </a:lnTo>
                <a:lnTo>
                  <a:pt x="183421" y="0"/>
                </a:lnTo>
                <a:lnTo>
                  <a:pt x="184892" y="0"/>
                </a:lnTo>
                <a:lnTo>
                  <a:pt x="186198" y="0"/>
                </a:lnTo>
                <a:lnTo>
                  <a:pt x="187669" y="0"/>
                </a:lnTo>
                <a:lnTo>
                  <a:pt x="188974" y="0"/>
                </a:lnTo>
                <a:lnTo>
                  <a:pt x="190446" y="0"/>
                </a:lnTo>
                <a:lnTo>
                  <a:pt x="191751" y="0"/>
                </a:lnTo>
                <a:lnTo>
                  <a:pt x="193223" y="0"/>
                </a:lnTo>
                <a:lnTo>
                  <a:pt x="194528" y="0"/>
                </a:lnTo>
                <a:lnTo>
                  <a:pt x="196000" y="0"/>
                </a:lnTo>
                <a:lnTo>
                  <a:pt x="197305" y="0"/>
                </a:lnTo>
                <a:lnTo>
                  <a:pt x="198776" y="0"/>
                </a:lnTo>
                <a:lnTo>
                  <a:pt x="200082" y="0"/>
                </a:lnTo>
                <a:lnTo>
                  <a:pt x="201553" y="0"/>
                </a:lnTo>
                <a:lnTo>
                  <a:pt x="202863" y="0"/>
                </a:lnTo>
                <a:lnTo>
                  <a:pt x="204330" y="0"/>
                </a:lnTo>
                <a:lnTo>
                  <a:pt x="205640" y="0"/>
                </a:lnTo>
                <a:lnTo>
                  <a:pt x="207107" y="0"/>
                </a:lnTo>
                <a:lnTo>
                  <a:pt x="208417" y="0"/>
                </a:lnTo>
                <a:lnTo>
                  <a:pt x="209888" y="0"/>
                </a:lnTo>
                <a:lnTo>
                  <a:pt x="211194" y="0"/>
                </a:lnTo>
                <a:lnTo>
                  <a:pt x="212665" y="0"/>
                </a:lnTo>
                <a:lnTo>
                  <a:pt x="213971" y="0"/>
                </a:lnTo>
                <a:lnTo>
                  <a:pt x="215442" y="0"/>
                </a:lnTo>
                <a:lnTo>
                  <a:pt x="216747" y="0"/>
                </a:lnTo>
                <a:lnTo>
                  <a:pt x="218219" y="0"/>
                </a:lnTo>
                <a:lnTo>
                  <a:pt x="219524" y="0"/>
                </a:lnTo>
                <a:lnTo>
                  <a:pt x="220996" y="0"/>
                </a:lnTo>
                <a:lnTo>
                  <a:pt x="222301" y="0"/>
                </a:lnTo>
                <a:lnTo>
                  <a:pt x="223773" y="0"/>
                </a:lnTo>
                <a:lnTo>
                  <a:pt x="225078" y="0"/>
                </a:lnTo>
                <a:lnTo>
                  <a:pt x="226549" y="0"/>
                </a:lnTo>
                <a:lnTo>
                  <a:pt x="227855" y="0"/>
                </a:lnTo>
                <a:lnTo>
                  <a:pt x="229326" y="0"/>
                </a:lnTo>
                <a:lnTo>
                  <a:pt x="230632" y="0"/>
                </a:lnTo>
                <a:lnTo>
                  <a:pt x="232103" y="0"/>
                </a:lnTo>
                <a:lnTo>
                  <a:pt x="233413" y="0"/>
                </a:lnTo>
                <a:lnTo>
                  <a:pt x="234880" y="0"/>
                </a:lnTo>
                <a:lnTo>
                  <a:pt x="236190" y="0"/>
                </a:lnTo>
                <a:lnTo>
                  <a:pt x="237657" y="0"/>
                </a:lnTo>
                <a:lnTo>
                  <a:pt x="238967" y="0"/>
                </a:lnTo>
                <a:lnTo>
                  <a:pt x="240434" y="0"/>
                </a:lnTo>
                <a:lnTo>
                  <a:pt x="241744" y="0"/>
                </a:lnTo>
                <a:lnTo>
                  <a:pt x="243215" y="0"/>
                </a:lnTo>
                <a:lnTo>
                  <a:pt x="244520" y="0"/>
                </a:lnTo>
                <a:lnTo>
                  <a:pt x="245992" y="0"/>
                </a:lnTo>
                <a:lnTo>
                  <a:pt x="247297" y="0"/>
                </a:lnTo>
                <a:lnTo>
                  <a:pt x="248769" y="0"/>
                </a:lnTo>
                <a:lnTo>
                  <a:pt x="250074" y="0"/>
                </a:lnTo>
                <a:lnTo>
                  <a:pt x="251546" y="0"/>
                </a:lnTo>
                <a:lnTo>
                  <a:pt x="252851" y="0"/>
                </a:lnTo>
                <a:lnTo>
                  <a:pt x="254322" y="0"/>
                </a:lnTo>
                <a:lnTo>
                  <a:pt x="255628" y="0"/>
                </a:lnTo>
                <a:lnTo>
                  <a:pt x="257099" y="0"/>
                </a:lnTo>
                <a:lnTo>
                  <a:pt x="258405" y="0"/>
                </a:lnTo>
                <a:lnTo>
                  <a:pt x="259876" y="0"/>
                </a:lnTo>
                <a:lnTo>
                  <a:pt x="261182" y="0"/>
                </a:lnTo>
                <a:lnTo>
                  <a:pt x="262653" y="0"/>
                </a:lnTo>
                <a:lnTo>
                  <a:pt x="263963" y="0"/>
                </a:lnTo>
                <a:lnTo>
                  <a:pt x="265430" y="0"/>
                </a:lnTo>
                <a:lnTo>
                  <a:pt x="266740" y="0"/>
                </a:lnTo>
                <a:lnTo>
                  <a:pt x="268207" y="0"/>
                </a:lnTo>
                <a:lnTo>
                  <a:pt x="269517" y="0"/>
                </a:lnTo>
                <a:lnTo>
                  <a:pt x="270988" y="0"/>
                </a:lnTo>
                <a:lnTo>
                  <a:pt x="272293" y="0"/>
                </a:lnTo>
                <a:lnTo>
                  <a:pt x="273765" y="0"/>
                </a:lnTo>
                <a:lnTo>
                  <a:pt x="275070" y="0"/>
                </a:lnTo>
                <a:lnTo>
                  <a:pt x="276542" y="0"/>
                </a:lnTo>
                <a:lnTo>
                  <a:pt x="277847" y="0"/>
                </a:lnTo>
                <a:lnTo>
                  <a:pt x="279319" y="0"/>
                </a:lnTo>
                <a:lnTo>
                  <a:pt x="280624" y="0"/>
                </a:lnTo>
                <a:lnTo>
                  <a:pt x="282095" y="0"/>
                </a:lnTo>
                <a:lnTo>
                  <a:pt x="283401" y="0"/>
                </a:lnTo>
                <a:lnTo>
                  <a:pt x="284872" y="0"/>
                </a:lnTo>
                <a:lnTo>
                  <a:pt x="286178" y="0"/>
                </a:lnTo>
                <a:lnTo>
                  <a:pt x="287649" y="0"/>
                </a:lnTo>
                <a:lnTo>
                  <a:pt x="288955" y="0"/>
                </a:lnTo>
                <a:lnTo>
                  <a:pt x="290426" y="0"/>
                </a:lnTo>
                <a:lnTo>
                  <a:pt x="291731" y="0"/>
                </a:lnTo>
                <a:lnTo>
                  <a:pt x="293203" y="0"/>
                </a:lnTo>
                <a:lnTo>
                  <a:pt x="294508" y="0"/>
                </a:lnTo>
                <a:lnTo>
                  <a:pt x="295980" y="0"/>
                </a:lnTo>
                <a:lnTo>
                  <a:pt x="297290" y="0"/>
                </a:lnTo>
                <a:lnTo>
                  <a:pt x="298757" y="0"/>
                </a:lnTo>
                <a:lnTo>
                  <a:pt x="300066" y="0"/>
                </a:lnTo>
                <a:lnTo>
                  <a:pt x="301538" y="0"/>
                </a:lnTo>
                <a:lnTo>
                  <a:pt x="302843" y="0"/>
                </a:lnTo>
                <a:lnTo>
                  <a:pt x="304315" y="0"/>
                </a:lnTo>
                <a:lnTo>
                  <a:pt x="305620" y="0"/>
                </a:lnTo>
                <a:lnTo>
                  <a:pt x="307092" y="0"/>
                </a:lnTo>
                <a:lnTo>
                  <a:pt x="308397" y="0"/>
                </a:lnTo>
                <a:lnTo>
                  <a:pt x="309868" y="0"/>
                </a:lnTo>
                <a:lnTo>
                  <a:pt x="311174" y="0"/>
                </a:lnTo>
                <a:lnTo>
                  <a:pt x="312645" y="0"/>
                </a:lnTo>
                <a:lnTo>
                  <a:pt x="313951" y="0"/>
                </a:lnTo>
                <a:lnTo>
                  <a:pt x="315422" y="0"/>
                </a:lnTo>
                <a:lnTo>
                  <a:pt x="316728" y="0"/>
                </a:lnTo>
                <a:lnTo>
                  <a:pt x="318199" y="0"/>
                </a:lnTo>
                <a:lnTo>
                  <a:pt x="319504" y="0"/>
                </a:lnTo>
                <a:lnTo>
                  <a:pt x="320976" y="0"/>
                </a:lnTo>
                <a:lnTo>
                  <a:pt x="322281" y="0"/>
                </a:lnTo>
                <a:lnTo>
                  <a:pt x="323753" y="0"/>
                </a:lnTo>
                <a:lnTo>
                  <a:pt x="325058" y="0"/>
                </a:lnTo>
                <a:lnTo>
                  <a:pt x="326530" y="0"/>
                </a:lnTo>
                <a:lnTo>
                  <a:pt x="327839" y="0"/>
                </a:lnTo>
                <a:lnTo>
                  <a:pt x="329306" y="0"/>
                </a:lnTo>
                <a:lnTo>
                  <a:pt x="330616" y="0"/>
                </a:lnTo>
                <a:lnTo>
                  <a:pt x="332083" y="0"/>
                </a:lnTo>
                <a:lnTo>
                  <a:pt x="333393" y="0"/>
                </a:lnTo>
                <a:lnTo>
                  <a:pt x="334865" y="0"/>
                </a:lnTo>
                <a:lnTo>
                  <a:pt x="336170" y="0"/>
                </a:lnTo>
                <a:lnTo>
                  <a:pt x="337641" y="0"/>
                </a:lnTo>
                <a:lnTo>
                  <a:pt x="338947" y="0"/>
                </a:lnTo>
                <a:lnTo>
                  <a:pt x="340418" y="0"/>
                </a:lnTo>
                <a:lnTo>
                  <a:pt x="341724" y="0"/>
                </a:lnTo>
                <a:lnTo>
                  <a:pt x="343195" y="0"/>
                </a:lnTo>
                <a:lnTo>
                  <a:pt x="344501" y="0"/>
                </a:lnTo>
                <a:lnTo>
                  <a:pt x="345972" y="0"/>
                </a:lnTo>
                <a:lnTo>
                  <a:pt x="347277" y="0"/>
                </a:lnTo>
                <a:lnTo>
                  <a:pt x="348749" y="0"/>
                </a:lnTo>
                <a:lnTo>
                  <a:pt x="350054" y="0"/>
                </a:lnTo>
                <a:lnTo>
                  <a:pt x="351526" y="0"/>
                </a:lnTo>
                <a:lnTo>
                  <a:pt x="352831" y="0"/>
                </a:lnTo>
                <a:lnTo>
                  <a:pt x="354303" y="0"/>
                </a:lnTo>
                <a:lnTo>
                  <a:pt x="355608" y="0"/>
                </a:lnTo>
                <a:lnTo>
                  <a:pt x="357079" y="0"/>
                </a:lnTo>
                <a:lnTo>
                  <a:pt x="358385" y="0"/>
                </a:lnTo>
                <a:lnTo>
                  <a:pt x="359856" y="0"/>
                </a:lnTo>
                <a:lnTo>
                  <a:pt x="361166" y="0"/>
                </a:lnTo>
                <a:lnTo>
                  <a:pt x="362633" y="0"/>
                </a:lnTo>
                <a:lnTo>
                  <a:pt x="363943" y="0"/>
                </a:lnTo>
                <a:lnTo>
                  <a:pt x="365414" y="0"/>
                </a:lnTo>
                <a:lnTo>
                  <a:pt x="366720" y="0"/>
                </a:lnTo>
                <a:lnTo>
                  <a:pt x="368191" y="0"/>
                </a:lnTo>
                <a:lnTo>
                  <a:pt x="369497" y="0"/>
                </a:lnTo>
                <a:lnTo>
                  <a:pt x="370968" y="0"/>
                </a:lnTo>
                <a:lnTo>
                  <a:pt x="372274" y="0"/>
                </a:lnTo>
                <a:lnTo>
                  <a:pt x="373745" y="0"/>
                </a:lnTo>
                <a:lnTo>
                  <a:pt x="375050" y="0"/>
                </a:lnTo>
                <a:lnTo>
                  <a:pt x="376522" y="0"/>
                </a:lnTo>
                <a:lnTo>
                  <a:pt x="377827" y="0"/>
                </a:lnTo>
                <a:lnTo>
                  <a:pt x="379299" y="0"/>
                </a:lnTo>
                <a:lnTo>
                  <a:pt x="380604" y="0"/>
                </a:lnTo>
                <a:lnTo>
                  <a:pt x="382076" y="0"/>
                </a:lnTo>
                <a:lnTo>
                  <a:pt x="383381" y="0"/>
                </a:lnTo>
                <a:lnTo>
                  <a:pt x="384852" y="0"/>
                </a:lnTo>
                <a:lnTo>
                  <a:pt x="386158" y="0"/>
                </a:lnTo>
                <a:lnTo>
                  <a:pt x="387629" y="0"/>
                </a:lnTo>
                <a:lnTo>
                  <a:pt x="388939" y="0"/>
                </a:lnTo>
                <a:lnTo>
                  <a:pt x="390406" y="0"/>
                </a:lnTo>
                <a:lnTo>
                  <a:pt x="391716" y="0"/>
                </a:lnTo>
                <a:lnTo>
                  <a:pt x="393183" y="0"/>
                </a:lnTo>
                <a:lnTo>
                  <a:pt x="394493" y="0"/>
                </a:lnTo>
                <a:lnTo>
                  <a:pt x="395960" y="0"/>
                </a:lnTo>
                <a:lnTo>
                  <a:pt x="397270" y="0"/>
                </a:lnTo>
                <a:lnTo>
                  <a:pt x="398741" y="0"/>
                </a:lnTo>
                <a:lnTo>
                  <a:pt x="400047" y="0"/>
                </a:lnTo>
                <a:lnTo>
                  <a:pt x="401518" y="0"/>
                </a:lnTo>
                <a:lnTo>
                  <a:pt x="402824" y="0"/>
                </a:lnTo>
                <a:lnTo>
                  <a:pt x="404295" y="0"/>
                </a:lnTo>
                <a:lnTo>
                  <a:pt x="405600" y="0"/>
                </a:lnTo>
                <a:lnTo>
                  <a:pt x="407072" y="0"/>
                </a:lnTo>
                <a:lnTo>
                  <a:pt x="408377" y="0"/>
                </a:lnTo>
                <a:lnTo>
                  <a:pt x="409849" y="0"/>
                </a:lnTo>
                <a:lnTo>
                  <a:pt x="411154" y="0"/>
                </a:lnTo>
                <a:lnTo>
                  <a:pt x="412625" y="0"/>
                </a:lnTo>
                <a:lnTo>
                  <a:pt x="413931" y="0"/>
                </a:lnTo>
                <a:lnTo>
                  <a:pt x="415402" y="0"/>
                </a:lnTo>
                <a:lnTo>
                  <a:pt x="416708" y="0"/>
                </a:lnTo>
                <a:lnTo>
                  <a:pt x="418179" y="0"/>
                </a:lnTo>
                <a:lnTo>
                  <a:pt x="419489" y="0"/>
                </a:lnTo>
                <a:lnTo>
                  <a:pt x="420969" y="0"/>
                </a:lnTo>
                <a:lnTo>
                  <a:pt x="422270" y="0"/>
                </a:lnTo>
                <a:lnTo>
                  <a:pt x="423751" y="0"/>
                </a:lnTo>
                <a:lnTo>
                  <a:pt x="425052" y="0"/>
                </a:lnTo>
                <a:lnTo>
                  <a:pt x="426532" y="0"/>
                </a:lnTo>
                <a:lnTo>
                  <a:pt x="427833" y="0"/>
                </a:lnTo>
                <a:lnTo>
                  <a:pt x="429269" y="0"/>
                </a:lnTo>
                <a:lnTo>
                  <a:pt x="430614" y="0"/>
                </a:lnTo>
                <a:lnTo>
                  <a:pt x="432050" y="0"/>
                </a:lnTo>
                <a:lnTo>
                  <a:pt x="433351" y="0"/>
                </a:lnTo>
                <a:lnTo>
                  <a:pt x="434831" y="0"/>
                </a:lnTo>
                <a:lnTo>
                  <a:pt x="436132" y="0"/>
                </a:lnTo>
                <a:lnTo>
                  <a:pt x="437613" y="0"/>
                </a:lnTo>
                <a:lnTo>
                  <a:pt x="438914" y="0"/>
                </a:lnTo>
                <a:lnTo>
                  <a:pt x="440394" y="0"/>
                </a:lnTo>
                <a:lnTo>
                  <a:pt x="441695" y="0"/>
                </a:lnTo>
                <a:lnTo>
                  <a:pt x="443175" y="0"/>
                </a:lnTo>
                <a:lnTo>
                  <a:pt x="444476" y="0"/>
                </a:lnTo>
                <a:lnTo>
                  <a:pt x="445957" y="0"/>
                </a:lnTo>
                <a:lnTo>
                  <a:pt x="447258" y="0"/>
                </a:lnTo>
                <a:lnTo>
                  <a:pt x="448738" y="0"/>
                </a:lnTo>
                <a:lnTo>
                  <a:pt x="450039" y="0"/>
                </a:lnTo>
                <a:lnTo>
                  <a:pt x="451519" y="0"/>
                </a:lnTo>
                <a:lnTo>
                  <a:pt x="452820" y="0"/>
                </a:lnTo>
                <a:lnTo>
                  <a:pt x="454301" y="0"/>
                </a:lnTo>
                <a:lnTo>
                  <a:pt x="455602" y="0"/>
                </a:lnTo>
                <a:lnTo>
                  <a:pt x="457082" y="0"/>
                </a:lnTo>
                <a:lnTo>
                  <a:pt x="458383" y="0"/>
                </a:lnTo>
                <a:lnTo>
                  <a:pt x="459819" y="0"/>
                </a:lnTo>
                <a:lnTo>
                  <a:pt x="461164" y="0"/>
                </a:lnTo>
                <a:lnTo>
                  <a:pt x="462600" y="0"/>
                </a:lnTo>
                <a:lnTo>
                  <a:pt x="463901" y="0"/>
                </a:lnTo>
                <a:lnTo>
                  <a:pt x="465381" y="0"/>
                </a:lnTo>
                <a:lnTo>
                  <a:pt x="466682" y="0"/>
                </a:lnTo>
                <a:lnTo>
                  <a:pt x="468163" y="0"/>
                </a:lnTo>
                <a:lnTo>
                  <a:pt x="469463" y="0"/>
                </a:lnTo>
                <a:lnTo>
                  <a:pt x="470944" y="0"/>
                </a:lnTo>
                <a:lnTo>
                  <a:pt x="472245" y="0"/>
                </a:lnTo>
                <a:lnTo>
                  <a:pt x="473725" y="0"/>
                </a:lnTo>
                <a:lnTo>
                  <a:pt x="475026" y="0"/>
                </a:lnTo>
                <a:lnTo>
                  <a:pt x="476507" y="0"/>
                </a:lnTo>
                <a:lnTo>
                  <a:pt x="477808" y="0"/>
                </a:lnTo>
                <a:lnTo>
                  <a:pt x="479288" y="0"/>
                </a:lnTo>
                <a:lnTo>
                  <a:pt x="480589" y="0"/>
                </a:lnTo>
                <a:lnTo>
                  <a:pt x="482069" y="0"/>
                </a:lnTo>
                <a:lnTo>
                  <a:pt x="483370" y="0"/>
                </a:lnTo>
                <a:lnTo>
                  <a:pt x="484851" y="0"/>
                </a:lnTo>
                <a:lnTo>
                  <a:pt x="486152" y="0"/>
                </a:lnTo>
                <a:lnTo>
                  <a:pt x="487632" y="0"/>
                </a:lnTo>
                <a:lnTo>
                  <a:pt x="488933" y="0"/>
                </a:lnTo>
                <a:lnTo>
                  <a:pt x="490368" y="0"/>
                </a:lnTo>
                <a:lnTo>
                  <a:pt x="491714" y="0"/>
                </a:lnTo>
                <a:lnTo>
                  <a:pt x="493150" y="0"/>
                </a:lnTo>
                <a:lnTo>
                  <a:pt x="494451" y="0"/>
                </a:lnTo>
                <a:lnTo>
                  <a:pt x="495931" y="0"/>
                </a:lnTo>
                <a:lnTo>
                  <a:pt x="497232" y="0"/>
                </a:lnTo>
                <a:lnTo>
                  <a:pt x="498712" y="0"/>
                </a:lnTo>
                <a:lnTo>
                  <a:pt x="500013" y="0"/>
                </a:lnTo>
                <a:lnTo>
                  <a:pt x="501494" y="0"/>
                </a:lnTo>
                <a:lnTo>
                  <a:pt x="502795" y="0"/>
                </a:lnTo>
                <a:lnTo>
                  <a:pt x="504275" y="0"/>
                </a:lnTo>
                <a:lnTo>
                  <a:pt x="505576" y="0"/>
                </a:lnTo>
                <a:lnTo>
                  <a:pt x="507056" y="0"/>
                </a:lnTo>
                <a:lnTo>
                  <a:pt x="508357" y="0"/>
                </a:lnTo>
                <a:lnTo>
                  <a:pt x="509838" y="0"/>
                </a:lnTo>
                <a:lnTo>
                  <a:pt x="511139" y="0"/>
                </a:lnTo>
                <a:lnTo>
                  <a:pt x="512619" y="0"/>
                </a:lnTo>
                <a:lnTo>
                  <a:pt x="513920" y="0"/>
                </a:lnTo>
                <a:lnTo>
                  <a:pt x="515400" y="0"/>
                </a:lnTo>
                <a:lnTo>
                  <a:pt x="516701" y="0"/>
                </a:lnTo>
                <a:lnTo>
                  <a:pt x="518182" y="0"/>
                </a:lnTo>
                <a:lnTo>
                  <a:pt x="519483" y="0"/>
                </a:lnTo>
                <a:lnTo>
                  <a:pt x="520918" y="0"/>
                </a:lnTo>
                <a:lnTo>
                  <a:pt x="522264" y="0"/>
                </a:lnTo>
                <a:lnTo>
                  <a:pt x="523700" y="0"/>
                </a:lnTo>
                <a:lnTo>
                  <a:pt x="525001" y="0"/>
                </a:lnTo>
                <a:lnTo>
                  <a:pt x="526481" y="0"/>
                </a:lnTo>
                <a:lnTo>
                  <a:pt x="527782" y="0"/>
                </a:lnTo>
                <a:lnTo>
                  <a:pt x="529262" y="0"/>
                </a:lnTo>
                <a:lnTo>
                  <a:pt x="530563" y="0"/>
                </a:lnTo>
                <a:lnTo>
                  <a:pt x="532044" y="0"/>
                </a:lnTo>
                <a:lnTo>
                  <a:pt x="533345" y="0"/>
                </a:lnTo>
                <a:lnTo>
                  <a:pt x="534825" y="0"/>
                </a:lnTo>
                <a:lnTo>
                  <a:pt x="536126" y="0"/>
                </a:lnTo>
                <a:lnTo>
                  <a:pt x="537606" y="0"/>
                </a:lnTo>
                <a:lnTo>
                  <a:pt x="538907" y="0"/>
                </a:lnTo>
                <a:lnTo>
                  <a:pt x="540388" y="0"/>
                </a:lnTo>
                <a:lnTo>
                  <a:pt x="541689" y="0"/>
                </a:lnTo>
                <a:lnTo>
                  <a:pt x="543169" y="0"/>
                </a:lnTo>
                <a:lnTo>
                  <a:pt x="544470" y="0"/>
                </a:lnTo>
                <a:lnTo>
                  <a:pt x="545950" y="0"/>
                </a:lnTo>
                <a:lnTo>
                  <a:pt x="547251" y="0"/>
                </a:lnTo>
                <a:lnTo>
                  <a:pt x="548732" y="0"/>
                </a:lnTo>
                <a:lnTo>
                  <a:pt x="550033" y="0"/>
                </a:lnTo>
                <a:lnTo>
                  <a:pt x="551468" y="0"/>
                </a:lnTo>
                <a:lnTo>
                  <a:pt x="552814" y="0"/>
                </a:lnTo>
                <a:lnTo>
                  <a:pt x="554249" y="0"/>
                </a:lnTo>
                <a:lnTo>
                  <a:pt x="555550" y="0"/>
                </a:lnTo>
                <a:lnTo>
                  <a:pt x="557031" y="0"/>
                </a:lnTo>
                <a:lnTo>
                  <a:pt x="558332" y="0"/>
                </a:lnTo>
                <a:lnTo>
                  <a:pt x="559812" y="0"/>
                </a:lnTo>
                <a:lnTo>
                  <a:pt x="561113" y="0"/>
                </a:lnTo>
                <a:lnTo>
                  <a:pt x="562594" y="0"/>
                </a:lnTo>
                <a:lnTo>
                  <a:pt x="563894" y="0"/>
                </a:lnTo>
                <a:lnTo>
                  <a:pt x="565375" y="0"/>
                </a:lnTo>
                <a:lnTo>
                  <a:pt x="566676" y="0"/>
                </a:lnTo>
                <a:lnTo>
                  <a:pt x="568156" y="0"/>
                </a:lnTo>
                <a:lnTo>
                  <a:pt x="569457" y="44"/>
                </a:lnTo>
                <a:lnTo>
                  <a:pt x="570938" y="88"/>
                </a:lnTo>
                <a:lnTo>
                  <a:pt x="606467" y="17778"/>
                </a:lnTo>
                <a:lnTo>
                  <a:pt x="617503" y="42544"/>
                </a:lnTo>
                <a:lnTo>
                  <a:pt x="617682" y="44092"/>
                </a:lnTo>
                <a:lnTo>
                  <a:pt x="617817" y="45640"/>
                </a:lnTo>
                <a:lnTo>
                  <a:pt x="617906" y="47187"/>
                </a:lnTo>
                <a:lnTo>
                  <a:pt x="617996" y="48956"/>
                </a:lnTo>
                <a:lnTo>
                  <a:pt x="618041" y="50725"/>
                </a:lnTo>
                <a:lnTo>
                  <a:pt x="618086" y="52273"/>
                </a:lnTo>
                <a:lnTo>
                  <a:pt x="618086" y="53777"/>
                </a:lnTo>
                <a:lnTo>
                  <a:pt x="618086" y="55059"/>
                </a:lnTo>
                <a:lnTo>
                  <a:pt x="618086" y="56519"/>
                </a:lnTo>
                <a:lnTo>
                  <a:pt x="618086" y="57801"/>
                </a:lnTo>
                <a:lnTo>
                  <a:pt x="618086" y="59216"/>
                </a:lnTo>
                <a:lnTo>
                  <a:pt x="618086" y="60543"/>
                </a:lnTo>
                <a:lnTo>
                  <a:pt x="618086" y="61958"/>
                </a:lnTo>
                <a:lnTo>
                  <a:pt x="618086" y="63285"/>
                </a:lnTo>
                <a:lnTo>
                  <a:pt x="618086" y="64700"/>
                </a:lnTo>
                <a:lnTo>
                  <a:pt x="618086" y="65983"/>
                </a:lnTo>
                <a:lnTo>
                  <a:pt x="618086" y="67442"/>
                </a:lnTo>
                <a:lnTo>
                  <a:pt x="618086" y="68725"/>
                </a:lnTo>
                <a:lnTo>
                  <a:pt x="618086" y="70184"/>
                </a:lnTo>
                <a:lnTo>
                  <a:pt x="618086" y="71466"/>
                </a:lnTo>
                <a:lnTo>
                  <a:pt x="618086" y="72926"/>
                </a:lnTo>
                <a:lnTo>
                  <a:pt x="618086" y="74208"/>
                </a:lnTo>
                <a:lnTo>
                  <a:pt x="618086" y="75668"/>
                </a:lnTo>
                <a:lnTo>
                  <a:pt x="618086" y="76950"/>
                </a:lnTo>
                <a:lnTo>
                  <a:pt x="618086" y="78410"/>
                </a:lnTo>
                <a:lnTo>
                  <a:pt x="618086" y="79692"/>
                </a:lnTo>
                <a:lnTo>
                  <a:pt x="618086" y="81152"/>
                </a:lnTo>
                <a:lnTo>
                  <a:pt x="618086" y="82434"/>
                </a:lnTo>
                <a:lnTo>
                  <a:pt x="618086" y="83893"/>
                </a:lnTo>
                <a:lnTo>
                  <a:pt x="618086" y="85176"/>
                </a:lnTo>
                <a:lnTo>
                  <a:pt x="618086" y="86635"/>
                </a:lnTo>
                <a:lnTo>
                  <a:pt x="618086" y="87918"/>
                </a:lnTo>
                <a:lnTo>
                  <a:pt x="618086" y="89333"/>
                </a:lnTo>
                <a:lnTo>
                  <a:pt x="618086" y="90660"/>
                </a:lnTo>
                <a:lnTo>
                  <a:pt x="618086" y="92075"/>
                </a:lnTo>
                <a:lnTo>
                  <a:pt x="618086" y="93402"/>
                </a:lnTo>
                <a:lnTo>
                  <a:pt x="618086" y="94817"/>
                </a:lnTo>
                <a:lnTo>
                  <a:pt x="618086" y="96099"/>
                </a:lnTo>
                <a:lnTo>
                  <a:pt x="618086" y="97559"/>
                </a:lnTo>
                <a:lnTo>
                  <a:pt x="618086" y="98841"/>
                </a:lnTo>
                <a:lnTo>
                  <a:pt x="618086" y="100301"/>
                </a:lnTo>
                <a:lnTo>
                  <a:pt x="618086" y="101583"/>
                </a:lnTo>
                <a:lnTo>
                  <a:pt x="618086" y="103043"/>
                </a:lnTo>
                <a:lnTo>
                  <a:pt x="618086" y="104325"/>
                </a:lnTo>
                <a:lnTo>
                  <a:pt x="618086" y="105784"/>
                </a:lnTo>
                <a:lnTo>
                  <a:pt x="618086" y="107067"/>
                </a:lnTo>
                <a:lnTo>
                  <a:pt x="618086" y="108526"/>
                </a:lnTo>
                <a:lnTo>
                  <a:pt x="618086" y="109809"/>
                </a:lnTo>
                <a:lnTo>
                  <a:pt x="618086" y="111268"/>
                </a:lnTo>
                <a:lnTo>
                  <a:pt x="618086" y="112551"/>
                </a:lnTo>
                <a:lnTo>
                  <a:pt x="618086" y="114010"/>
                </a:lnTo>
                <a:lnTo>
                  <a:pt x="618086" y="115293"/>
                </a:lnTo>
                <a:lnTo>
                  <a:pt x="618086" y="116752"/>
                </a:lnTo>
                <a:lnTo>
                  <a:pt x="618086" y="118035"/>
                </a:lnTo>
                <a:lnTo>
                  <a:pt x="618086" y="119450"/>
                </a:lnTo>
                <a:lnTo>
                  <a:pt x="618086" y="120777"/>
                </a:lnTo>
                <a:lnTo>
                  <a:pt x="618086" y="122192"/>
                </a:lnTo>
                <a:lnTo>
                  <a:pt x="618086" y="123518"/>
                </a:lnTo>
                <a:lnTo>
                  <a:pt x="618086" y="124934"/>
                </a:lnTo>
                <a:lnTo>
                  <a:pt x="618086" y="126216"/>
                </a:lnTo>
                <a:lnTo>
                  <a:pt x="618086" y="127675"/>
                </a:lnTo>
                <a:lnTo>
                  <a:pt x="618086" y="128958"/>
                </a:lnTo>
                <a:lnTo>
                  <a:pt x="618086" y="130462"/>
                </a:lnTo>
                <a:lnTo>
                  <a:pt x="618086" y="131744"/>
                </a:lnTo>
                <a:lnTo>
                  <a:pt x="618086" y="133248"/>
                </a:lnTo>
                <a:lnTo>
                  <a:pt x="618086" y="134574"/>
                </a:lnTo>
                <a:lnTo>
                  <a:pt x="618086" y="136211"/>
                </a:lnTo>
                <a:lnTo>
                  <a:pt x="618086" y="137228"/>
                </a:lnTo>
                <a:lnTo>
                  <a:pt x="618086" y="138422"/>
                </a:lnTo>
              </a:path>
              <a:path w="618489" h="535939">
                <a:moveTo>
                  <a:pt x="36" y="149964"/>
                </a:moveTo>
                <a:lnTo>
                  <a:pt x="21" y="143551"/>
                </a:lnTo>
              </a:path>
              <a:path w="618489" h="535939">
                <a:moveTo>
                  <a:pt x="12003" y="143551"/>
                </a:moveTo>
                <a:lnTo>
                  <a:pt x="21" y="143551"/>
                </a:lnTo>
              </a:path>
              <a:path w="618489" h="535939">
                <a:moveTo>
                  <a:pt x="0" y="139394"/>
                </a:moveTo>
                <a:lnTo>
                  <a:pt x="21" y="143551"/>
                </a:lnTo>
              </a:path>
              <a:path w="618489" h="535939">
                <a:moveTo>
                  <a:pt x="618131" y="149301"/>
                </a:moveTo>
                <a:lnTo>
                  <a:pt x="618131" y="143640"/>
                </a:lnTo>
              </a:path>
              <a:path w="618489" h="535939">
                <a:moveTo>
                  <a:pt x="608127" y="143640"/>
                </a:moveTo>
                <a:lnTo>
                  <a:pt x="618131" y="143640"/>
                </a:lnTo>
              </a:path>
              <a:path w="618489" h="535939">
                <a:moveTo>
                  <a:pt x="618086" y="138422"/>
                </a:moveTo>
                <a:lnTo>
                  <a:pt x="618131" y="143640"/>
                </a:lnTo>
              </a:path>
            </a:pathLst>
          </a:custGeom>
          <a:ln w="27184">
            <a:solidFill>
              <a:srgbClr val="CC2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222875" y="2517586"/>
            <a:ext cx="3708400" cy="1741170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50" spc="100" b="1">
                <a:solidFill>
                  <a:srgbClr val="403B4E"/>
                </a:solidFill>
                <a:latin typeface="Cambria"/>
                <a:cs typeface="Cambria"/>
              </a:rPr>
              <a:t>Productivity</a:t>
            </a:r>
            <a:r>
              <a:rPr dirty="0" sz="2150" spc="8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2150" spc="60" b="1">
                <a:solidFill>
                  <a:srgbClr val="403B4E"/>
                </a:solidFill>
                <a:latin typeface="Cambria"/>
                <a:cs typeface="Cambria"/>
              </a:rPr>
              <a:t>&amp;</a:t>
            </a:r>
            <a:r>
              <a:rPr dirty="0" sz="2150" spc="4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2150" spc="95" b="1">
                <a:solidFill>
                  <a:srgbClr val="403B4E"/>
                </a:solidFill>
                <a:latin typeface="Cambria"/>
                <a:cs typeface="Cambria"/>
              </a:rPr>
              <a:t>Web</a:t>
            </a:r>
            <a:r>
              <a:rPr dirty="0" sz="2150" spc="6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2150" spc="114" b="1">
                <a:solidFill>
                  <a:srgbClr val="403B4E"/>
                </a:solidFill>
                <a:latin typeface="Cambria"/>
                <a:cs typeface="Cambria"/>
              </a:rPr>
              <a:t>Access</a:t>
            </a:r>
            <a:endParaRPr sz="2150">
              <a:latin typeface="Cambria"/>
              <a:cs typeface="Cambria"/>
            </a:endParaRPr>
          </a:p>
          <a:p>
            <a:pPr marL="12700" marR="34925">
              <a:lnSpc>
                <a:spcPct val="117300"/>
              </a:lnSpc>
              <a:spcBef>
                <a:spcPts val="985"/>
              </a:spcBef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open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 spc="-35">
                <a:latin typeface="Calibri"/>
                <a:cs typeface="Calibri"/>
              </a:rPr>
              <a:t>YouTube</a:t>
            </a:r>
            <a:r>
              <a:rPr dirty="0" sz="2000">
                <a:latin typeface="Calibri"/>
                <a:cs typeface="Calibri"/>
              </a:rPr>
              <a:t> or</a:t>
            </a:r>
            <a:r>
              <a:rPr dirty="0" sz="2000" spc="-6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website </a:t>
            </a:r>
            <a:r>
              <a:rPr dirty="0" sz="2000">
                <a:latin typeface="Calibri"/>
                <a:cs typeface="Calibri"/>
              </a:rPr>
              <a:t>just</a:t>
            </a:r>
            <a:r>
              <a:rPr dirty="0" sz="2000" spc="-3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giving</a:t>
            </a:r>
            <a:r>
              <a:rPr dirty="0" sz="2000" spc="-1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voice</a:t>
            </a:r>
            <a:r>
              <a:rPr dirty="0" sz="2000" spc="-60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command, </a:t>
            </a:r>
            <a:r>
              <a:rPr dirty="0" sz="2000">
                <a:latin typeface="Calibri"/>
                <a:cs typeface="Calibri"/>
              </a:rPr>
              <a:t>making</a:t>
            </a:r>
            <a:r>
              <a:rPr dirty="0" sz="2000" spc="-11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browsing</a:t>
            </a:r>
            <a:r>
              <a:rPr dirty="0" sz="2000" spc="-45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easier.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9691503" y="1785506"/>
            <a:ext cx="648335" cy="639445"/>
            <a:chOff x="9691503" y="1785506"/>
            <a:chExt cx="648335" cy="639445"/>
          </a:xfrm>
        </p:grpSpPr>
        <p:sp>
          <p:nvSpPr>
            <p:cNvPr id="8" name="object 8" descr=""/>
            <p:cNvSpPr/>
            <p:nvPr/>
          </p:nvSpPr>
          <p:spPr>
            <a:xfrm>
              <a:off x="9805194" y="1990973"/>
              <a:ext cx="316865" cy="267335"/>
            </a:xfrm>
            <a:custGeom>
              <a:avLst/>
              <a:gdLst/>
              <a:ahLst/>
              <a:cxnLst/>
              <a:rect l="l" t="t" r="r" b="b"/>
              <a:pathLst>
                <a:path w="316865" h="267335">
                  <a:moveTo>
                    <a:pt x="316483" y="83608"/>
                  </a:moveTo>
                  <a:lnTo>
                    <a:pt x="316382" y="28910"/>
                  </a:lnTo>
                  <a:lnTo>
                    <a:pt x="299980" y="884"/>
                  </a:lnTo>
                  <a:lnTo>
                    <a:pt x="292916" y="52"/>
                  </a:lnTo>
                </a:path>
                <a:path w="316865" h="267335">
                  <a:moveTo>
                    <a:pt x="26443" y="0"/>
                  </a:moveTo>
                  <a:lnTo>
                    <a:pt x="277" y="28914"/>
                  </a:lnTo>
                  <a:lnTo>
                    <a:pt x="108" y="40465"/>
                  </a:lnTo>
                  <a:lnTo>
                    <a:pt x="0" y="55715"/>
                  </a:lnTo>
                </a:path>
                <a:path w="316865" h="267335">
                  <a:moveTo>
                    <a:pt x="193" y="245855"/>
                  </a:moveTo>
                  <a:lnTo>
                    <a:pt x="1398" y="255742"/>
                  </a:lnTo>
                </a:path>
                <a:path w="316865" h="267335">
                  <a:moveTo>
                    <a:pt x="29540" y="267147"/>
                  </a:moveTo>
                  <a:lnTo>
                    <a:pt x="20286" y="266627"/>
                  </a:lnTo>
                  <a:lnTo>
                    <a:pt x="13187" y="264684"/>
                  </a:lnTo>
                  <a:lnTo>
                    <a:pt x="6518" y="260478"/>
                  </a:lnTo>
                  <a:lnTo>
                    <a:pt x="1398" y="255742"/>
                  </a:lnTo>
                </a:path>
              </a:pathLst>
            </a:custGeom>
            <a:ln w="27105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1637" y="1786277"/>
              <a:ext cx="178656" cy="16852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0015867" y="1809689"/>
              <a:ext cx="310515" cy="601980"/>
            </a:xfrm>
            <a:custGeom>
              <a:avLst/>
              <a:gdLst/>
              <a:ahLst/>
              <a:cxnLst/>
              <a:rect l="l" t="t" r="r" b="b"/>
              <a:pathLst>
                <a:path w="310515" h="601980">
                  <a:moveTo>
                    <a:pt x="90178" y="0"/>
                  </a:moveTo>
                  <a:lnTo>
                    <a:pt x="90716" y="6532"/>
                  </a:lnTo>
                  <a:lnTo>
                    <a:pt x="91037" y="17744"/>
                  </a:lnTo>
                  <a:lnTo>
                    <a:pt x="91181" y="38659"/>
                  </a:lnTo>
                  <a:lnTo>
                    <a:pt x="91190" y="74302"/>
                  </a:lnTo>
                  <a:lnTo>
                    <a:pt x="90732" y="83712"/>
                  </a:lnTo>
                  <a:lnTo>
                    <a:pt x="89668" y="88586"/>
                  </a:lnTo>
                  <a:lnTo>
                    <a:pt x="87117" y="93539"/>
                  </a:lnTo>
                  <a:lnTo>
                    <a:pt x="84953" y="96045"/>
                  </a:lnTo>
                  <a:lnTo>
                    <a:pt x="80255" y="100425"/>
                  </a:lnTo>
                  <a:lnTo>
                    <a:pt x="73006" y="106678"/>
                  </a:lnTo>
                </a:path>
                <a:path w="310515" h="601980">
                  <a:moveTo>
                    <a:pt x="230545" y="582816"/>
                  </a:moveTo>
                  <a:lnTo>
                    <a:pt x="189946" y="598091"/>
                  </a:lnTo>
                  <a:lnTo>
                    <a:pt x="145081" y="601464"/>
                  </a:lnTo>
                  <a:lnTo>
                    <a:pt x="133865" y="599925"/>
                  </a:lnTo>
                  <a:lnTo>
                    <a:pt x="90573" y="587427"/>
                  </a:lnTo>
                  <a:lnTo>
                    <a:pt x="52972" y="563441"/>
                  </a:lnTo>
                  <a:lnTo>
                    <a:pt x="23344" y="529118"/>
                  </a:lnTo>
                  <a:lnTo>
                    <a:pt x="5695" y="488932"/>
                  </a:lnTo>
                  <a:lnTo>
                    <a:pt x="0" y="454078"/>
                  </a:lnTo>
                  <a:lnTo>
                    <a:pt x="419" y="442298"/>
                  </a:lnTo>
                  <a:lnTo>
                    <a:pt x="8346" y="399181"/>
                  </a:lnTo>
                  <a:lnTo>
                    <a:pt x="28950" y="360064"/>
                  </a:lnTo>
                  <a:lnTo>
                    <a:pt x="60009" y="328819"/>
                  </a:lnTo>
                  <a:lnTo>
                    <a:pt x="99997" y="307162"/>
                  </a:lnTo>
                  <a:lnTo>
                    <a:pt x="144029" y="297908"/>
                  </a:lnTo>
                  <a:lnTo>
                    <a:pt x="155661" y="297684"/>
                  </a:lnTo>
                  <a:lnTo>
                    <a:pt x="167020" y="297998"/>
                  </a:lnTo>
                  <a:lnTo>
                    <a:pt x="212797" y="308341"/>
                  </a:lnTo>
                  <a:lnTo>
                    <a:pt x="252318" y="330452"/>
                  </a:lnTo>
                  <a:lnTo>
                    <a:pt x="283070" y="362649"/>
                  </a:lnTo>
                  <a:lnTo>
                    <a:pt x="303627" y="405168"/>
                  </a:lnTo>
                  <a:lnTo>
                    <a:pt x="310051" y="449865"/>
                  </a:lnTo>
                  <a:lnTo>
                    <a:pt x="309991" y="462161"/>
                  </a:lnTo>
                  <a:lnTo>
                    <a:pt x="300015" y="504946"/>
                  </a:lnTo>
                  <a:lnTo>
                    <a:pt x="278084" y="542805"/>
                  </a:lnTo>
                  <a:lnTo>
                    <a:pt x="244400" y="574300"/>
                  </a:lnTo>
                  <a:lnTo>
                    <a:pt x="230545" y="582816"/>
                  </a:lnTo>
                </a:path>
              </a:pathLst>
            </a:custGeom>
            <a:ln w="27105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91624" y="2264671"/>
              <a:ext cx="121776" cy="9902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9705152" y="1799030"/>
              <a:ext cx="559435" cy="551180"/>
            </a:xfrm>
            <a:custGeom>
              <a:avLst/>
              <a:gdLst/>
              <a:ahLst/>
              <a:cxnLst/>
              <a:rect l="l" t="t" r="r" b="b"/>
              <a:pathLst>
                <a:path w="559434" h="551180">
                  <a:moveTo>
                    <a:pt x="516548" y="126973"/>
                  </a:moveTo>
                  <a:lnTo>
                    <a:pt x="505164" y="83036"/>
                  </a:lnTo>
                  <a:lnTo>
                    <a:pt x="471946" y="59124"/>
                  </a:lnTo>
                  <a:lnTo>
                    <a:pt x="421308" y="55958"/>
                  </a:lnTo>
                  <a:lnTo>
                    <a:pt x="402027" y="55906"/>
                  </a:lnTo>
                </a:path>
                <a:path w="559434" h="551180">
                  <a:moveTo>
                    <a:pt x="516548" y="275916"/>
                  </a:moveTo>
                  <a:lnTo>
                    <a:pt x="516548" y="126973"/>
                  </a:lnTo>
                </a:path>
                <a:path w="559434" h="551180">
                  <a:moveTo>
                    <a:pt x="150844" y="102480"/>
                  </a:moveTo>
                  <a:lnTo>
                    <a:pt x="133488" y="119124"/>
                  </a:lnTo>
                </a:path>
                <a:path w="559434" h="551180">
                  <a:moveTo>
                    <a:pt x="364948" y="55915"/>
                  </a:moveTo>
                  <a:lnTo>
                    <a:pt x="151979" y="56097"/>
                  </a:lnTo>
                </a:path>
                <a:path w="559434" h="551180">
                  <a:moveTo>
                    <a:pt x="366971" y="103478"/>
                  </a:moveTo>
                  <a:lnTo>
                    <a:pt x="364948" y="44336"/>
                  </a:lnTo>
                </a:path>
                <a:path w="559434" h="551180">
                  <a:moveTo>
                    <a:pt x="383721" y="117337"/>
                  </a:moveTo>
                  <a:lnTo>
                    <a:pt x="366971" y="103478"/>
                  </a:lnTo>
                </a:path>
                <a:path w="559434" h="551180">
                  <a:moveTo>
                    <a:pt x="115243" y="43607"/>
                  </a:moveTo>
                  <a:lnTo>
                    <a:pt x="118365" y="9175"/>
                  </a:lnTo>
                </a:path>
                <a:path w="559434" h="551180">
                  <a:moveTo>
                    <a:pt x="127277" y="1569"/>
                  </a:moveTo>
                  <a:lnTo>
                    <a:pt x="118365" y="9175"/>
                  </a:lnTo>
                </a:path>
                <a:path w="559434" h="551180">
                  <a:moveTo>
                    <a:pt x="137895" y="893"/>
                  </a:moveTo>
                  <a:lnTo>
                    <a:pt x="127277" y="1569"/>
                  </a:lnTo>
                </a:path>
                <a:path w="559434" h="551180">
                  <a:moveTo>
                    <a:pt x="392958" y="191995"/>
                  </a:moveTo>
                  <a:lnTo>
                    <a:pt x="126485" y="191943"/>
                  </a:lnTo>
                </a:path>
                <a:path w="559434" h="551180">
                  <a:moveTo>
                    <a:pt x="400708" y="10771"/>
                  </a:moveTo>
                  <a:lnTo>
                    <a:pt x="396458" y="5801"/>
                  </a:lnTo>
                  <a:lnTo>
                    <a:pt x="391088" y="2240"/>
                  </a:lnTo>
                  <a:lnTo>
                    <a:pt x="384940" y="252"/>
                  </a:lnTo>
                  <a:lnTo>
                    <a:pt x="378354" y="0"/>
                  </a:lnTo>
                </a:path>
                <a:path w="559434" h="551180">
                  <a:moveTo>
                    <a:pt x="364948" y="44336"/>
                  </a:moveTo>
                  <a:lnTo>
                    <a:pt x="365748" y="10060"/>
                  </a:lnTo>
                </a:path>
                <a:path w="559434" h="551180">
                  <a:moveTo>
                    <a:pt x="100041" y="247659"/>
                  </a:moveTo>
                  <a:lnTo>
                    <a:pt x="100235" y="437798"/>
                  </a:lnTo>
                </a:path>
                <a:path w="559434" h="551180">
                  <a:moveTo>
                    <a:pt x="378354" y="8"/>
                  </a:moveTo>
                  <a:lnTo>
                    <a:pt x="365748" y="10060"/>
                  </a:lnTo>
                </a:path>
                <a:path w="559434" h="551180">
                  <a:moveTo>
                    <a:pt x="271365" y="459238"/>
                  </a:moveTo>
                  <a:lnTo>
                    <a:pt x="129582" y="459091"/>
                  </a:lnTo>
                </a:path>
                <a:path w="559434" h="551180">
                  <a:moveTo>
                    <a:pt x="558818" y="397191"/>
                  </a:moveTo>
                  <a:lnTo>
                    <a:pt x="438914" y="515466"/>
                  </a:lnTo>
                </a:path>
                <a:path w="559434" h="551180">
                  <a:moveTo>
                    <a:pt x="377915" y="455821"/>
                  </a:moveTo>
                  <a:lnTo>
                    <a:pt x="438914" y="515466"/>
                  </a:lnTo>
                </a:path>
                <a:path w="559434" h="551180">
                  <a:moveTo>
                    <a:pt x="11" y="142246"/>
                  </a:moveTo>
                  <a:lnTo>
                    <a:pt x="0" y="479169"/>
                  </a:lnTo>
                </a:path>
                <a:path w="559434" h="551180">
                  <a:moveTo>
                    <a:pt x="94719" y="551138"/>
                  </a:moveTo>
                  <a:lnTo>
                    <a:pt x="295390" y="551182"/>
                  </a:lnTo>
                </a:path>
              </a:pathLst>
            </a:custGeom>
            <a:ln w="27105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9672319" y="2517586"/>
            <a:ext cx="3931285" cy="137858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50" spc="130" b="1">
                <a:solidFill>
                  <a:srgbClr val="403B4E"/>
                </a:solidFill>
                <a:latin typeface="Cambria"/>
                <a:cs typeface="Cambria"/>
              </a:rPr>
              <a:t>Knowledge</a:t>
            </a:r>
            <a:r>
              <a:rPr dirty="0" sz="2150" spc="6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2150" spc="75" b="1">
                <a:solidFill>
                  <a:srgbClr val="403B4E"/>
                </a:solidFill>
                <a:latin typeface="Cambria"/>
                <a:cs typeface="Cambria"/>
              </a:rPr>
              <a:t>Retrieval</a:t>
            </a:r>
            <a:endParaRPr sz="215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  <a:spcBef>
                <a:spcPts val="1025"/>
              </a:spcBef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search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Wikipedia</a:t>
            </a:r>
            <a:r>
              <a:rPr dirty="0" sz="2000" spc="-3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give</a:t>
            </a:r>
            <a:r>
              <a:rPr dirty="0" sz="2000" spc="-5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short </a:t>
            </a:r>
            <a:r>
              <a:rPr dirty="0" sz="2000">
                <a:latin typeface="Calibri"/>
                <a:cs typeface="Calibri"/>
              </a:rPr>
              <a:t>answers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85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different</a:t>
            </a:r>
            <a:r>
              <a:rPr dirty="0" sz="2000" spc="-75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topics.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09310" y="4748022"/>
            <a:ext cx="629285" cy="648335"/>
            <a:chOff x="809310" y="4748022"/>
            <a:chExt cx="629285" cy="648335"/>
          </a:xfrm>
        </p:grpSpPr>
        <p:sp>
          <p:nvSpPr>
            <p:cNvPr id="15" name="object 15" descr=""/>
            <p:cNvSpPr/>
            <p:nvPr/>
          </p:nvSpPr>
          <p:spPr>
            <a:xfrm>
              <a:off x="1188156" y="5167150"/>
              <a:ext cx="71120" cy="94615"/>
            </a:xfrm>
            <a:custGeom>
              <a:avLst/>
              <a:gdLst/>
              <a:ahLst/>
              <a:cxnLst/>
              <a:rect l="l" t="t" r="r" b="b"/>
              <a:pathLst>
                <a:path w="71119" h="94614">
                  <a:moveTo>
                    <a:pt x="70955" y="0"/>
                  </a:moveTo>
                  <a:lnTo>
                    <a:pt x="29012" y="10072"/>
                  </a:lnTo>
                  <a:lnTo>
                    <a:pt x="3900" y="41302"/>
                  </a:lnTo>
                  <a:lnTo>
                    <a:pt x="69" y="61235"/>
                  </a:lnTo>
                  <a:lnTo>
                    <a:pt x="0" y="94337"/>
                  </a:lnTo>
                </a:path>
              </a:pathLst>
            </a:custGeom>
            <a:ln w="27235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382" y="5256209"/>
              <a:ext cx="111249" cy="13959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310" y="4748093"/>
              <a:ext cx="150341" cy="11374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4403" y="4748153"/>
              <a:ext cx="114161" cy="155092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907013" y="5167150"/>
              <a:ext cx="518159" cy="215265"/>
            </a:xfrm>
            <a:custGeom>
              <a:avLst/>
              <a:gdLst/>
              <a:ahLst/>
              <a:cxnLst/>
              <a:rect l="l" t="t" r="r" b="b"/>
              <a:pathLst>
                <a:path w="518159" h="215264">
                  <a:moveTo>
                    <a:pt x="517784" y="96"/>
                  </a:moveTo>
                  <a:lnTo>
                    <a:pt x="352099" y="0"/>
                  </a:lnTo>
                </a:path>
                <a:path w="518159" h="215264">
                  <a:moveTo>
                    <a:pt x="517741" y="2656"/>
                  </a:moveTo>
                  <a:lnTo>
                    <a:pt x="328872" y="196435"/>
                  </a:lnTo>
                </a:path>
                <a:path w="518159" h="215264">
                  <a:moveTo>
                    <a:pt x="271351" y="214900"/>
                  </a:moveTo>
                  <a:lnTo>
                    <a:pt x="0" y="215038"/>
                  </a:lnTo>
                </a:path>
              </a:pathLst>
            </a:custGeom>
            <a:ln w="27289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8876" y="4841533"/>
              <a:ext cx="99962" cy="100998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8910" y="5154280"/>
              <a:ext cx="100083" cy="101121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822989" y="4761763"/>
              <a:ext cx="601980" cy="621030"/>
            </a:xfrm>
            <a:custGeom>
              <a:avLst/>
              <a:gdLst/>
              <a:ahLst/>
              <a:cxnLst/>
              <a:rect l="l" t="t" r="r" b="b"/>
              <a:pathLst>
                <a:path w="601980" h="621029">
                  <a:moveTo>
                    <a:pt x="365167" y="499724"/>
                  </a:moveTo>
                  <a:lnTo>
                    <a:pt x="365176" y="620488"/>
                  </a:lnTo>
                </a:path>
                <a:path w="601980" h="621029">
                  <a:moveTo>
                    <a:pt x="413173" y="602138"/>
                  </a:moveTo>
                  <a:lnTo>
                    <a:pt x="400475" y="611390"/>
                  </a:lnTo>
                  <a:lnTo>
                    <a:pt x="386259" y="617542"/>
                  </a:lnTo>
                  <a:lnTo>
                    <a:pt x="371067" y="620427"/>
                  </a:lnTo>
                  <a:lnTo>
                    <a:pt x="355436" y="619882"/>
                  </a:lnTo>
                </a:path>
                <a:path w="601980" h="621029">
                  <a:moveTo>
                    <a:pt x="11" y="508064"/>
                  </a:moveTo>
                  <a:lnTo>
                    <a:pt x="0" y="86394"/>
                  </a:lnTo>
                </a:path>
                <a:path w="601980" h="621029">
                  <a:moveTo>
                    <a:pt x="122984" y="8"/>
                  </a:moveTo>
                  <a:lnTo>
                    <a:pt x="515023" y="0"/>
                  </a:lnTo>
                </a:path>
                <a:path w="601980" h="621029">
                  <a:moveTo>
                    <a:pt x="601964" y="127871"/>
                  </a:moveTo>
                  <a:lnTo>
                    <a:pt x="601808" y="405483"/>
                  </a:lnTo>
                </a:path>
              </a:pathLst>
            </a:custGeom>
            <a:ln w="27289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9092" y="4998117"/>
            <a:ext cx="99858" cy="100901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773747" y="5487363"/>
            <a:ext cx="3862704" cy="137858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50" spc="130" b="1">
                <a:solidFill>
                  <a:srgbClr val="403B4E"/>
                </a:solidFill>
                <a:latin typeface="Cambria"/>
                <a:cs typeface="Cambria"/>
              </a:rPr>
              <a:t>Entertainment</a:t>
            </a:r>
            <a:r>
              <a:rPr dirty="0" sz="2150" spc="6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2150" spc="60" b="1">
                <a:solidFill>
                  <a:srgbClr val="403B4E"/>
                </a:solidFill>
                <a:latin typeface="Cambria"/>
                <a:cs typeface="Cambria"/>
              </a:rPr>
              <a:t>&amp;</a:t>
            </a:r>
            <a:r>
              <a:rPr dirty="0" sz="2150" spc="5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2150" spc="135" b="1">
                <a:solidFill>
                  <a:srgbClr val="403B4E"/>
                </a:solidFill>
                <a:latin typeface="Cambria"/>
                <a:cs typeface="Cambria"/>
              </a:rPr>
              <a:t>Media</a:t>
            </a:r>
            <a:endParaRPr sz="215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  <a:spcBef>
                <a:spcPts val="1019"/>
              </a:spcBef>
            </a:pP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6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pywhatkit,</a:t>
            </a:r>
            <a:r>
              <a:rPr dirty="0" sz="2000" spc="-2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play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 spc="-20">
                <a:latin typeface="Calibri"/>
                <a:cs typeface="Calibri"/>
              </a:rPr>
              <a:t>song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/>
            </a:r>
            <a:r>
              <a:rPr dirty="0" sz="2000" spc="-40">
                <a:latin typeface="Calibri"/>
                <a:cs typeface="Calibri"/>
              </a:rPr>
              <a:t>YouTube,</a:t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acting</a:t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personal</a:t>
            </a:r>
            <a:r>
              <a:rPr dirty="0" sz="2000" spc="-25">
                <a:latin typeface="Calibri"/>
                <a:cs typeface="Calibri"/>
              </a:rPr>
              <a:t> DJ.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5307204" y="4762529"/>
            <a:ext cx="520700" cy="620395"/>
          </a:xfrm>
          <a:custGeom>
            <a:avLst/>
            <a:gdLst/>
            <a:ahLst/>
            <a:cxnLst/>
            <a:rect l="l" t="t" r="r" b="b"/>
            <a:pathLst>
              <a:path w="520700" h="620395">
                <a:moveTo>
                  <a:pt x="518144" y="166419"/>
                </a:moveTo>
                <a:lnTo>
                  <a:pt x="519470" y="173446"/>
                </a:lnTo>
                <a:lnTo>
                  <a:pt x="520240" y="181958"/>
                </a:lnTo>
                <a:lnTo>
                  <a:pt x="520599" y="195905"/>
                </a:lnTo>
                <a:lnTo>
                  <a:pt x="520687" y="219236"/>
                </a:lnTo>
              </a:path>
              <a:path w="520700" h="620395">
                <a:moveTo>
                  <a:pt x="520608" y="594221"/>
                </a:moveTo>
                <a:lnTo>
                  <a:pt x="486198" y="619712"/>
                </a:lnTo>
                <a:lnTo>
                  <a:pt x="476024" y="619895"/>
                </a:lnTo>
              </a:path>
              <a:path w="520700" h="620395">
                <a:moveTo>
                  <a:pt x="31974" y="619891"/>
                </a:moveTo>
                <a:lnTo>
                  <a:pt x="390" y="594336"/>
                </a:lnTo>
                <a:lnTo>
                  <a:pt x="0" y="575021"/>
                </a:lnTo>
              </a:path>
              <a:path w="520700" h="620395">
                <a:moveTo>
                  <a:pt x="518144" y="166419"/>
                </a:moveTo>
                <a:lnTo>
                  <a:pt x="353938" y="1328"/>
                </a:lnTo>
              </a:path>
              <a:path w="520700" h="620395">
                <a:moveTo>
                  <a:pt x="518144" y="166419"/>
                </a:moveTo>
                <a:lnTo>
                  <a:pt x="388616" y="166076"/>
                </a:lnTo>
              </a:path>
              <a:path w="520700" h="620395">
                <a:moveTo>
                  <a:pt x="110092" y="258628"/>
                </a:moveTo>
                <a:lnTo>
                  <a:pt x="410486" y="258496"/>
                </a:lnTo>
              </a:path>
              <a:path w="520700" h="620395">
                <a:moveTo>
                  <a:pt x="388616" y="166067"/>
                </a:moveTo>
                <a:lnTo>
                  <a:pt x="354698" y="146170"/>
                </a:lnTo>
                <a:lnTo>
                  <a:pt x="350956" y="128883"/>
                </a:lnTo>
                <a:lnTo>
                  <a:pt x="351308" y="125267"/>
                </a:lnTo>
                <a:lnTo>
                  <a:pt x="352205" y="121757"/>
                </a:lnTo>
              </a:path>
              <a:path w="520700" h="620395">
                <a:moveTo>
                  <a:pt x="351405" y="121555"/>
                </a:moveTo>
                <a:lnTo>
                  <a:pt x="351264" y="1055"/>
                </a:lnTo>
              </a:path>
              <a:path w="520700" h="620395">
                <a:moveTo>
                  <a:pt x="520687" y="219236"/>
                </a:moveTo>
                <a:lnTo>
                  <a:pt x="520608" y="594221"/>
                </a:lnTo>
              </a:path>
              <a:path w="520700" h="620395">
                <a:moveTo>
                  <a:pt x="0" y="575021"/>
                </a:moveTo>
                <a:lnTo>
                  <a:pt x="7" y="32838"/>
                </a:lnTo>
              </a:path>
              <a:path w="520700" h="620395">
                <a:moveTo>
                  <a:pt x="7" y="32838"/>
                </a:moveTo>
                <a:lnTo>
                  <a:pt x="875" y="19016"/>
                </a:lnTo>
                <a:lnTo>
                  <a:pt x="7744" y="7466"/>
                </a:lnTo>
                <a:lnTo>
                  <a:pt x="21177" y="393"/>
                </a:lnTo>
                <a:lnTo>
                  <a:pt x="41739" y="0"/>
                </a:lnTo>
              </a:path>
              <a:path w="520700" h="620395">
                <a:moveTo>
                  <a:pt x="476024" y="619895"/>
                </a:moveTo>
                <a:lnTo>
                  <a:pt x="31974" y="619891"/>
                </a:lnTo>
              </a:path>
              <a:path w="520700" h="620395">
                <a:moveTo>
                  <a:pt x="41739" y="0"/>
                </a:moveTo>
                <a:lnTo>
                  <a:pt x="351264" y="1055"/>
                </a:lnTo>
              </a:path>
            </a:pathLst>
          </a:custGeom>
          <a:ln w="27457">
            <a:solidFill>
              <a:srgbClr val="CC2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5417482" y="5118750"/>
            <a:ext cx="300355" cy="635"/>
          </a:xfrm>
          <a:custGeom>
            <a:avLst/>
            <a:gdLst/>
            <a:ahLst/>
            <a:cxnLst/>
            <a:rect l="l" t="t" r="r" b="b"/>
            <a:pathLst>
              <a:path w="300354" h="635">
                <a:moveTo>
                  <a:pt x="0" y="0"/>
                </a:moveTo>
                <a:lnTo>
                  <a:pt x="300041" y="61"/>
                </a:lnTo>
              </a:path>
            </a:pathLst>
          </a:custGeom>
          <a:ln w="27456">
            <a:solidFill>
              <a:srgbClr val="CC2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5417482" y="5216404"/>
            <a:ext cx="187325" cy="635"/>
          </a:xfrm>
          <a:custGeom>
            <a:avLst/>
            <a:gdLst/>
            <a:ahLst/>
            <a:cxnLst/>
            <a:rect l="l" t="t" r="r" b="b"/>
            <a:pathLst>
              <a:path w="187325" h="635">
                <a:moveTo>
                  <a:pt x="0" y="17"/>
                </a:moveTo>
                <a:lnTo>
                  <a:pt x="187105" y="0"/>
                </a:lnTo>
              </a:path>
            </a:pathLst>
          </a:custGeom>
          <a:ln w="27456">
            <a:solidFill>
              <a:srgbClr val="CC2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5222875" y="5487363"/>
            <a:ext cx="3960495" cy="1741170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150" spc="175" b="1">
                <a:solidFill>
                  <a:srgbClr val="403B4E"/>
                </a:solidFill>
                <a:latin typeface="Cambria"/>
                <a:cs typeface="Cambria"/>
              </a:rPr>
              <a:t>Memory</a:t>
            </a:r>
            <a:r>
              <a:rPr dirty="0" sz="2150" spc="8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2150" spc="60" b="1">
                <a:solidFill>
                  <a:srgbClr val="403B4E"/>
                </a:solidFill>
                <a:latin typeface="Cambria"/>
                <a:cs typeface="Cambria"/>
              </a:rPr>
              <a:t>&amp;</a:t>
            </a:r>
            <a:r>
              <a:rPr dirty="0" sz="2150" spc="5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2150" spc="260" b="1">
                <a:solidFill>
                  <a:srgbClr val="403B4E"/>
                </a:solidFill>
                <a:latin typeface="Cambria"/>
                <a:cs typeface="Cambria"/>
              </a:rPr>
              <a:t>Note-</a:t>
            </a:r>
            <a:r>
              <a:rPr dirty="0" sz="2150" spc="135" b="1">
                <a:solidFill>
                  <a:srgbClr val="403B4E"/>
                </a:solidFill>
                <a:latin typeface="Cambria"/>
                <a:cs typeface="Cambria"/>
              </a:rPr>
              <a:t>Taking</a:t>
            </a:r>
            <a:endParaRPr sz="2150">
              <a:latin typeface="Cambria"/>
              <a:cs typeface="Cambria"/>
            </a:endParaRPr>
          </a:p>
          <a:p>
            <a:pPr marL="12700" marR="5080">
              <a:lnSpc>
                <a:spcPct val="117400"/>
              </a:lnSpc>
              <a:spcBef>
                <a:spcPts val="980"/>
              </a:spcBef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uses</a:t>
            </a:r>
            <a:r>
              <a:rPr dirty="0" sz="2000" spc="-6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SQLite</a:t>
            </a:r>
            <a:r>
              <a:rPr dirty="0" sz="2000" spc="10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database</a:t>
            </a:r>
            <a:r>
              <a:rPr dirty="0" sz="2000" spc="-6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save</a:t>
            </a:r>
            <a:r>
              <a:rPr dirty="0" sz="2000" spc="-60">
                <a:latin typeface="Calibri"/>
                <a:cs typeface="Calibri"/>
              </a:rPr>
              <a:t/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show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personal</a:t>
            </a:r>
            <a:r>
              <a:rPr dirty="0" sz="2000" spc="-3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notes,</a:t>
            </a:r>
            <a:r>
              <a:rPr dirty="0" sz="2000" spc="-8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>important information</a:t>
            </a:r>
            <a:r>
              <a:rPr dirty="0" sz="2000" spc="-6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never</a:t>
            </a:r>
            <a:r>
              <a:rPr dirty="0" sz="2000" spc="-30">
                <a:latin typeface="Calibri"/>
                <a:cs typeface="Calibri"/>
              </a:rPr>
              <a:t/>
            </a:r>
            <a:r>
              <a:rPr dirty="0" sz="2000" spc="-20">
                <a:latin typeface="Calibri"/>
                <a:cs typeface="Calibri"/>
              </a:rPr>
              <a:t>lost.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417" y="614045"/>
            <a:ext cx="7277734" cy="6096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229"/>
              <a:t>The</a:t>
            </a:r>
            <a:r>
              <a:rPr dirty="0" spc="80"/>
              <a:t/>
            </a:r>
            <a:r>
              <a:rPr dirty="0" spc="200"/>
              <a:t>Robust</a:t>
            </a:r>
            <a:r>
              <a:rPr dirty="0" spc="95"/>
              <a:t/>
            </a:r>
            <a:r>
              <a:rPr dirty="0" spc="245"/>
              <a:t>Technology</a:t>
            </a:r>
            <a:r>
              <a:rPr dirty="0" spc="70"/>
              <a:t/>
            </a:r>
            <a:r>
              <a:rPr dirty="0" spc="185"/>
              <a:t>Stack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3417" y="1695513"/>
            <a:ext cx="1238059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65">
                <a:solidFill>
                  <a:srgbClr val="403B4E"/>
                </a:solidFill>
                <a:latin typeface="Arial MT"/>
                <a:cs typeface="Arial MT"/>
              </a:rPr>
              <a:t>Our</a:t>
            </a:r>
            <a:r>
              <a:rPr dirty="0" sz="1500" spc="1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>
                <a:solidFill>
                  <a:srgbClr val="403B4E"/>
                </a:solidFill>
                <a:latin typeface="Arial MT"/>
                <a:cs typeface="Arial MT"/>
              </a:rPr>
              <a:t>AI</a:t>
            </a:r>
            <a:r>
              <a:rPr dirty="0" sz="1500" spc="7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>
                <a:solidFill>
                  <a:srgbClr val="403B4E"/>
                </a:solidFill>
                <a:latin typeface="Arial MT"/>
                <a:cs typeface="Arial MT"/>
              </a:rPr>
              <a:t>assistant</a:t>
            </a:r>
            <a:r>
              <a:rPr dirty="0" sz="1500" spc="3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>
                <a:solidFill>
                  <a:srgbClr val="403B4E"/>
                </a:solidFill>
                <a:latin typeface="Arial MT"/>
                <a:cs typeface="Arial MT"/>
              </a:rPr>
              <a:t>is</a:t>
            </a:r>
            <a:r>
              <a:rPr dirty="0" sz="1500" spc="7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 spc="60">
                <a:solidFill>
                  <a:srgbClr val="403B4E"/>
                </a:solidFill>
                <a:latin typeface="Arial MT"/>
                <a:cs typeface="Arial MT"/>
              </a:rPr>
              <a:t>built</a:t>
            </a:r>
            <a:r>
              <a:rPr dirty="0" sz="1500" spc="3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 spc="80">
                <a:solidFill>
                  <a:srgbClr val="403B4E"/>
                </a:solidFill>
                <a:latin typeface="Arial MT"/>
                <a:cs typeface="Arial MT"/>
              </a:rPr>
              <a:t>upon</a:t>
            </a:r>
            <a:r>
              <a:rPr dirty="0" sz="1500" spc="10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>
                <a:solidFill>
                  <a:srgbClr val="403B4E"/>
                </a:solidFill>
                <a:latin typeface="Arial MT"/>
                <a:cs typeface="Arial MT"/>
              </a:rPr>
              <a:t>a</a:t>
            </a:r>
            <a:r>
              <a:rPr dirty="0" sz="1500" spc="2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 spc="70">
                <a:solidFill>
                  <a:srgbClr val="403B4E"/>
                </a:solidFill>
                <a:latin typeface="Arial MT"/>
                <a:cs typeface="Arial MT"/>
              </a:rPr>
              <a:t>foundation</a:t>
            </a:r>
            <a:r>
              <a:rPr dirty="0" sz="1500" spc="1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 spc="75">
                <a:solidFill>
                  <a:srgbClr val="403B4E"/>
                </a:solidFill>
                <a:latin typeface="Arial MT"/>
                <a:cs typeface="Arial MT"/>
              </a:rPr>
              <a:t>of</a:t>
            </a:r>
            <a:r>
              <a:rPr dirty="0" sz="1500" spc="5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 spc="60">
                <a:solidFill>
                  <a:srgbClr val="403B4E"/>
                </a:solidFill>
                <a:latin typeface="Arial MT"/>
                <a:cs typeface="Arial MT"/>
              </a:rPr>
              <a:t>powerful</a:t>
            </a:r>
            <a:r>
              <a:rPr dirty="0" sz="1500" spc="3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 spc="65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500" spc="1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>
                <a:solidFill>
                  <a:srgbClr val="403B4E"/>
                </a:solidFill>
                <a:latin typeface="Arial MT"/>
                <a:cs typeface="Arial MT"/>
              </a:rPr>
              <a:t>versatile</a:t>
            </a:r>
            <a:r>
              <a:rPr dirty="0" sz="1500" spc="10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>
                <a:solidFill>
                  <a:srgbClr val="403B4E"/>
                </a:solidFill>
                <a:latin typeface="Arial MT"/>
                <a:cs typeface="Arial MT"/>
              </a:rPr>
              <a:t>open-source</a:t>
            </a:r>
            <a:r>
              <a:rPr dirty="0" sz="1500" spc="1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>
                <a:solidFill>
                  <a:srgbClr val="403B4E"/>
                </a:solidFill>
                <a:latin typeface="Arial MT"/>
                <a:cs typeface="Arial MT"/>
              </a:rPr>
              <a:t>technologies,</a:t>
            </a:r>
            <a:r>
              <a:rPr dirty="0" sz="1500" spc="3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>
                <a:solidFill>
                  <a:srgbClr val="403B4E"/>
                </a:solidFill>
                <a:latin typeface="Arial MT"/>
                <a:cs typeface="Arial MT"/>
              </a:rPr>
              <a:t>ensuring</a:t>
            </a:r>
            <a:r>
              <a:rPr dirty="0" sz="1500" spc="4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 spc="90">
                <a:solidFill>
                  <a:srgbClr val="403B4E"/>
                </a:solidFill>
                <a:latin typeface="Arial MT"/>
                <a:cs typeface="Arial MT"/>
              </a:rPr>
              <a:t>both</a:t>
            </a:r>
            <a:r>
              <a:rPr dirty="0" sz="1500" spc="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 spc="50">
                <a:solidFill>
                  <a:srgbClr val="403B4E"/>
                </a:solidFill>
                <a:latin typeface="Arial MT"/>
                <a:cs typeface="Arial MT"/>
              </a:rPr>
              <a:t>functionality</a:t>
            </a:r>
            <a:r>
              <a:rPr dirty="0" sz="1500" spc="2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500" spc="14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500" spc="-10">
                <a:solidFill>
                  <a:srgbClr val="403B4E"/>
                </a:solidFill>
                <a:latin typeface="Arial MT"/>
                <a:cs typeface="Arial MT"/>
              </a:rPr>
              <a:t>extensibility.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66750" y="2179320"/>
            <a:ext cx="4316730" cy="2461260"/>
            <a:chOff x="666750" y="2179320"/>
            <a:chExt cx="4316730" cy="2461260"/>
          </a:xfrm>
        </p:grpSpPr>
        <p:sp>
          <p:nvSpPr>
            <p:cNvPr id="5" name="object 5" descr=""/>
            <p:cNvSpPr/>
            <p:nvPr/>
          </p:nvSpPr>
          <p:spPr>
            <a:xfrm>
              <a:off x="685800" y="2190750"/>
              <a:ext cx="4286250" cy="2438400"/>
            </a:xfrm>
            <a:custGeom>
              <a:avLst/>
              <a:gdLst/>
              <a:ahLst/>
              <a:cxnLst/>
              <a:rect l="l" t="t" r="r" b="b"/>
              <a:pathLst>
                <a:path w="4286250" h="2438400">
                  <a:moveTo>
                    <a:pt x="0" y="109854"/>
                  </a:moveTo>
                  <a:lnTo>
                    <a:pt x="8631" y="67079"/>
                  </a:lnTo>
                  <a:lnTo>
                    <a:pt x="32169" y="32162"/>
                  </a:lnTo>
                  <a:lnTo>
                    <a:pt x="67079" y="8628"/>
                  </a:lnTo>
                  <a:lnTo>
                    <a:pt x="109829" y="0"/>
                  </a:lnTo>
                  <a:lnTo>
                    <a:pt x="4176395" y="0"/>
                  </a:lnTo>
                  <a:lnTo>
                    <a:pt x="4219170" y="8628"/>
                  </a:lnTo>
                  <a:lnTo>
                    <a:pt x="4254087" y="32162"/>
                  </a:lnTo>
                  <a:lnTo>
                    <a:pt x="4277621" y="67079"/>
                  </a:lnTo>
                  <a:lnTo>
                    <a:pt x="4286250" y="109854"/>
                  </a:lnTo>
                  <a:lnTo>
                    <a:pt x="4286250" y="2328545"/>
                  </a:lnTo>
                  <a:lnTo>
                    <a:pt x="4277621" y="2371320"/>
                  </a:lnTo>
                  <a:lnTo>
                    <a:pt x="4254087" y="2406237"/>
                  </a:lnTo>
                  <a:lnTo>
                    <a:pt x="4219170" y="2429771"/>
                  </a:lnTo>
                  <a:lnTo>
                    <a:pt x="4176395" y="2438400"/>
                  </a:lnTo>
                  <a:lnTo>
                    <a:pt x="109829" y="2438400"/>
                  </a:lnTo>
                  <a:lnTo>
                    <a:pt x="67079" y="2429771"/>
                  </a:lnTo>
                  <a:lnTo>
                    <a:pt x="32169" y="2406237"/>
                  </a:lnTo>
                  <a:lnTo>
                    <a:pt x="8631" y="2371320"/>
                  </a:lnTo>
                  <a:lnTo>
                    <a:pt x="0" y="2328545"/>
                  </a:lnTo>
                  <a:lnTo>
                    <a:pt x="0" y="109854"/>
                  </a:lnTo>
                  <a:close/>
                </a:path>
              </a:pathLst>
            </a:custGeom>
            <a:ln w="2286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6750" y="2190750"/>
              <a:ext cx="85725" cy="2438400"/>
            </a:xfrm>
            <a:custGeom>
              <a:avLst/>
              <a:gdLst/>
              <a:ahLst/>
              <a:cxnLst/>
              <a:rect l="l" t="t" r="r" b="b"/>
              <a:pathLst>
                <a:path w="85725" h="2438400">
                  <a:moveTo>
                    <a:pt x="42862" y="0"/>
                  </a:moveTo>
                  <a:lnTo>
                    <a:pt x="26178" y="3365"/>
                  </a:lnTo>
                  <a:lnTo>
                    <a:pt x="12553" y="12541"/>
                  </a:lnTo>
                  <a:lnTo>
                    <a:pt x="3368" y="26146"/>
                  </a:lnTo>
                  <a:lnTo>
                    <a:pt x="0" y="42799"/>
                  </a:lnTo>
                  <a:lnTo>
                    <a:pt x="0" y="2395601"/>
                  </a:lnTo>
                  <a:lnTo>
                    <a:pt x="3368" y="2412253"/>
                  </a:lnTo>
                  <a:lnTo>
                    <a:pt x="12553" y="2425858"/>
                  </a:lnTo>
                  <a:lnTo>
                    <a:pt x="26178" y="2435034"/>
                  </a:lnTo>
                  <a:lnTo>
                    <a:pt x="42862" y="2438400"/>
                  </a:lnTo>
                  <a:lnTo>
                    <a:pt x="59546" y="2435034"/>
                  </a:lnTo>
                  <a:lnTo>
                    <a:pt x="73171" y="2425858"/>
                  </a:lnTo>
                  <a:lnTo>
                    <a:pt x="82356" y="2412253"/>
                  </a:lnTo>
                  <a:lnTo>
                    <a:pt x="85725" y="2395601"/>
                  </a:lnTo>
                  <a:lnTo>
                    <a:pt x="85725" y="42799"/>
                  </a:lnTo>
                  <a:lnTo>
                    <a:pt x="82356" y="26146"/>
                  </a:lnTo>
                  <a:lnTo>
                    <a:pt x="73171" y="12541"/>
                  </a:lnTo>
                  <a:lnTo>
                    <a:pt x="59546" y="336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61072" y="2392298"/>
            <a:ext cx="3794760" cy="13766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5" b="1">
                <a:solidFill>
                  <a:srgbClr val="403B4E"/>
                </a:solidFill>
                <a:latin typeface="Cambria"/>
                <a:cs typeface="Cambria"/>
              </a:rPr>
              <a:t>Core</a:t>
            </a:r>
            <a:r>
              <a:rPr dirty="0" sz="1850" spc="6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850" spc="135" b="1">
                <a:solidFill>
                  <a:srgbClr val="403B4E"/>
                </a:solidFill>
                <a:latin typeface="Cambria"/>
                <a:cs typeface="Cambria"/>
              </a:rPr>
              <a:t>Language:</a:t>
            </a:r>
            <a:r>
              <a:rPr dirty="0" sz="1850" spc="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850" spc="120" b="1">
                <a:solidFill>
                  <a:srgbClr val="403B4E"/>
                </a:solidFill>
                <a:latin typeface="Cambria"/>
                <a:cs typeface="Cambria"/>
              </a:rPr>
              <a:t>Python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5300"/>
              </a:lnSpc>
              <a:spcBef>
                <a:spcPts val="835"/>
              </a:spcBef>
            </a:pPr>
            <a:r>
              <a:rPr dirty="0" sz="1550">
                <a:latin typeface="Calibri"/>
                <a:cs typeface="Calibri"/>
              </a:rPr>
              <a:t>Python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1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main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language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used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because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 spc="-20">
                <a:latin typeface="Calibri"/>
                <a:cs typeface="Calibri"/>
              </a:rPr>
              <a:t>it’s </a:t>
            </a:r>
            <a:r>
              <a:rPr dirty="0" sz="1550">
                <a:latin typeface="Calibri"/>
                <a:cs typeface="Calibri"/>
              </a:rPr>
              <a:t>easy</a:t>
            </a:r>
            <a:r>
              <a:rPr dirty="0" sz="1550" spc="3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read,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has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many</a:t>
            </a:r>
            <a:r>
              <a:rPr dirty="0" sz="1550" spc="114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useful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libraries,</a:t>
            </a:r>
            <a:r>
              <a:rPr dirty="0" sz="1550" spc="135">
                <a:latin typeface="Calibri"/>
                <a:cs typeface="Calibri"/>
              </a:rPr>
              <a:t/>
            </a:r>
            <a:r>
              <a:rPr dirty="0" sz="1550" spc="-25">
                <a:latin typeface="Calibri"/>
                <a:cs typeface="Calibri"/>
              </a:rPr>
              <a:t>and </a:t>
            </a:r>
            <a:r>
              <a:rPr dirty="0" sz="1550">
                <a:latin typeface="Calibri"/>
                <a:cs typeface="Calibri"/>
              </a:rPr>
              <a:t>has</a:t>
            </a:r>
            <a:r>
              <a:rPr dirty="0" sz="1550" spc="13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large</a:t>
            </a:r>
            <a:r>
              <a:rPr dirty="0" sz="1550" spc="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community</a:t>
            </a:r>
            <a:r>
              <a:rPr dirty="0" sz="1550" spc="2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for</a:t>
            </a:r>
            <a:r>
              <a:rPr dirty="0" sz="1550" spc="130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support.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143500" y="2179320"/>
            <a:ext cx="4326255" cy="2537460"/>
            <a:chOff x="5143500" y="2179320"/>
            <a:chExt cx="4326255" cy="2537460"/>
          </a:xfrm>
        </p:grpSpPr>
        <p:sp>
          <p:nvSpPr>
            <p:cNvPr id="9" name="object 9" descr=""/>
            <p:cNvSpPr/>
            <p:nvPr/>
          </p:nvSpPr>
          <p:spPr>
            <a:xfrm>
              <a:off x="5172075" y="2190750"/>
              <a:ext cx="4286250" cy="2514600"/>
            </a:xfrm>
            <a:custGeom>
              <a:avLst/>
              <a:gdLst/>
              <a:ahLst/>
              <a:cxnLst/>
              <a:rect l="l" t="t" r="r" b="b"/>
              <a:pathLst>
                <a:path w="4286250" h="2514600">
                  <a:moveTo>
                    <a:pt x="0" y="113284"/>
                  </a:moveTo>
                  <a:lnTo>
                    <a:pt x="8895" y="69169"/>
                  </a:lnTo>
                  <a:lnTo>
                    <a:pt x="33162" y="33162"/>
                  </a:lnTo>
                  <a:lnTo>
                    <a:pt x="69169" y="8895"/>
                  </a:lnTo>
                  <a:lnTo>
                    <a:pt x="113284" y="0"/>
                  </a:lnTo>
                  <a:lnTo>
                    <a:pt x="4172966" y="0"/>
                  </a:lnTo>
                  <a:lnTo>
                    <a:pt x="4217080" y="8895"/>
                  </a:lnTo>
                  <a:lnTo>
                    <a:pt x="4253087" y="33162"/>
                  </a:lnTo>
                  <a:lnTo>
                    <a:pt x="4277354" y="69169"/>
                  </a:lnTo>
                  <a:lnTo>
                    <a:pt x="4286250" y="113284"/>
                  </a:lnTo>
                  <a:lnTo>
                    <a:pt x="4286250" y="2401316"/>
                  </a:lnTo>
                  <a:lnTo>
                    <a:pt x="4277354" y="2445430"/>
                  </a:lnTo>
                  <a:lnTo>
                    <a:pt x="4253087" y="2481437"/>
                  </a:lnTo>
                  <a:lnTo>
                    <a:pt x="4217080" y="2505704"/>
                  </a:lnTo>
                  <a:lnTo>
                    <a:pt x="4172966" y="2514600"/>
                  </a:lnTo>
                  <a:lnTo>
                    <a:pt x="113284" y="2514600"/>
                  </a:lnTo>
                  <a:lnTo>
                    <a:pt x="69169" y="2505704"/>
                  </a:lnTo>
                  <a:lnTo>
                    <a:pt x="33162" y="2481437"/>
                  </a:lnTo>
                  <a:lnTo>
                    <a:pt x="8895" y="2445430"/>
                  </a:lnTo>
                  <a:lnTo>
                    <a:pt x="0" y="2401316"/>
                  </a:lnTo>
                  <a:lnTo>
                    <a:pt x="0" y="113284"/>
                  </a:lnTo>
                  <a:close/>
                </a:path>
              </a:pathLst>
            </a:custGeom>
            <a:ln w="2286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143500" y="2190750"/>
              <a:ext cx="95250" cy="2438400"/>
            </a:xfrm>
            <a:custGeom>
              <a:avLst/>
              <a:gdLst/>
              <a:ahLst/>
              <a:cxnLst/>
              <a:rect l="l" t="t" r="r" b="b"/>
              <a:pathLst>
                <a:path w="95250" h="243840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2390775"/>
                  </a:lnTo>
                  <a:lnTo>
                    <a:pt x="3744" y="2409307"/>
                  </a:lnTo>
                  <a:lnTo>
                    <a:pt x="13954" y="2424445"/>
                  </a:lnTo>
                  <a:lnTo>
                    <a:pt x="29092" y="2434655"/>
                  </a:lnTo>
                  <a:lnTo>
                    <a:pt x="47625" y="2438400"/>
                  </a:lnTo>
                  <a:lnTo>
                    <a:pt x="66157" y="2434655"/>
                  </a:lnTo>
                  <a:lnTo>
                    <a:pt x="81295" y="2424445"/>
                  </a:lnTo>
                  <a:lnTo>
                    <a:pt x="91505" y="2409307"/>
                  </a:lnTo>
                  <a:lnTo>
                    <a:pt x="95250" y="2390775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448553" y="2392298"/>
            <a:ext cx="120332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90" b="1">
                <a:solidFill>
                  <a:srgbClr val="403B4E"/>
                </a:solidFill>
                <a:latin typeface="Cambria"/>
                <a:cs typeface="Cambria"/>
              </a:rPr>
              <a:t>Voice</a:t>
            </a:r>
            <a:r>
              <a:rPr dirty="0" sz="1850" spc="7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850" spc="35" b="1">
                <a:solidFill>
                  <a:srgbClr val="403B4E"/>
                </a:solidFill>
                <a:latin typeface="Cambria"/>
                <a:cs typeface="Cambria"/>
              </a:rPr>
              <a:t>I/O: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694551" y="2401823"/>
            <a:ext cx="2413000" cy="30480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6350" rIns="0" bIns="0" rtlCol="0" vert="horz">
            <a:spAutoFit/>
          </a:bodyPr>
          <a:lstStyle/>
          <a:p>
            <a:pPr marL="3810">
              <a:lnSpc>
                <a:spcPct val="100000"/>
              </a:lnSpc>
              <a:spcBef>
                <a:spcPts val="50"/>
              </a:spcBef>
            </a:pPr>
            <a:r>
              <a:rPr dirty="0" sz="1850" spc="-10" b="1">
                <a:solidFill>
                  <a:srgbClr val="403B4E"/>
                </a:solidFill>
                <a:latin typeface="Consolas"/>
                <a:cs typeface="Consolas"/>
              </a:rPr>
              <a:t>speech_recognition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448553" y="2697162"/>
            <a:ext cx="20764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5" b="1">
                <a:solidFill>
                  <a:srgbClr val="403B4E"/>
                </a:solidFill>
                <a:latin typeface="Cambria"/>
                <a:cs typeface="Cambria"/>
              </a:rPr>
              <a:t>&amp;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699252" y="2706623"/>
            <a:ext cx="946150" cy="30480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6350" rIns="0" bIns="0" rtlCol="0" vert="horz">
            <a:spAutoFit/>
          </a:bodyPr>
          <a:lstStyle/>
          <a:p>
            <a:pPr marL="3175">
              <a:lnSpc>
                <a:spcPct val="100000"/>
              </a:lnSpc>
              <a:spcBef>
                <a:spcPts val="50"/>
              </a:spcBef>
            </a:pPr>
            <a:r>
              <a:rPr dirty="0" sz="1850" spc="-10" b="1">
                <a:solidFill>
                  <a:srgbClr val="403B4E"/>
                </a:solidFill>
                <a:latin typeface="Consolas"/>
                <a:cs typeface="Consolas"/>
              </a:rPr>
              <a:t>pyttsx3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448553" y="3111681"/>
            <a:ext cx="3761740" cy="12934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65"/>
              </a:spcBef>
            </a:pPr>
            <a:r>
              <a:rPr dirty="0" sz="1550">
                <a:latin typeface="Calibri"/>
                <a:cs typeface="Calibri"/>
              </a:rPr>
              <a:t>speech_recognition</a:t>
            </a:r>
            <a:r>
              <a:rPr dirty="0" sz="1550" spc="10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114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used</a:t>
            </a:r>
            <a:r>
              <a:rPr dirty="0" sz="1550" spc="1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114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convert</a:t>
            </a:r>
            <a:r>
              <a:rPr dirty="0" sz="1550" spc="12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voice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text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(listening).pyttsx3</a:t>
            </a:r>
            <a:r>
              <a:rPr dirty="0" sz="1550" spc="3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can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be</a:t>
            </a:r>
            <a:r>
              <a:rPr dirty="0" sz="1550" spc="14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used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for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 spc="-20">
                <a:latin typeface="Calibri"/>
                <a:cs typeface="Calibri"/>
              </a:rPr>
              <a:t>text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speech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(replying</a:t>
            </a:r>
            <a:r>
              <a:rPr dirty="0" sz="1550" spc="10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by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voice).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(In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my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project, </a:t>
            </a:r>
            <a:r>
              <a:rPr dirty="0" sz="1550">
                <a:latin typeface="Calibri"/>
                <a:cs typeface="Calibri"/>
              </a:rPr>
              <a:t>only</a:t>
            </a:r>
            <a:r>
              <a:rPr dirty="0" sz="1550" spc="114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listening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used.)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629775" y="2179320"/>
            <a:ext cx="4326255" cy="2461260"/>
            <a:chOff x="9629775" y="2179320"/>
            <a:chExt cx="4326255" cy="2461260"/>
          </a:xfrm>
        </p:grpSpPr>
        <p:sp>
          <p:nvSpPr>
            <p:cNvPr id="17" name="object 17" descr=""/>
            <p:cNvSpPr/>
            <p:nvPr/>
          </p:nvSpPr>
          <p:spPr>
            <a:xfrm>
              <a:off x="9658350" y="2190750"/>
              <a:ext cx="4286250" cy="2438400"/>
            </a:xfrm>
            <a:custGeom>
              <a:avLst/>
              <a:gdLst/>
              <a:ahLst/>
              <a:cxnLst/>
              <a:rect l="l" t="t" r="r" b="b"/>
              <a:pathLst>
                <a:path w="4286250" h="2438400">
                  <a:moveTo>
                    <a:pt x="0" y="109854"/>
                  </a:moveTo>
                  <a:lnTo>
                    <a:pt x="8628" y="67079"/>
                  </a:lnTo>
                  <a:lnTo>
                    <a:pt x="32162" y="32162"/>
                  </a:lnTo>
                  <a:lnTo>
                    <a:pt x="67079" y="8628"/>
                  </a:lnTo>
                  <a:lnTo>
                    <a:pt x="109854" y="0"/>
                  </a:lnTo>
                  <a:lnTo>
                    <a:pt x="4176394" y="0"/>
                  </a:lnTo>
                  <a:lnTo>
                    <a:pt x="4219170" y="8628"/>
                  </a:lnTo>
                  <a:lnTo>
                    <a:pt x="4254087" y="32162"/>
                  </a:lnTo>
                  <a:lnTo>
                    <a:pt x="4277621" y="67079"/>
                  </a:lnTo>
                  <a:lnTo>
                    <a:pt x="4286250" y="109854"/>
                  </a:lnTo>
                  <a:lnTo>
                    <a:pt x="4286250" y="2328545"/>
                  </a:lnTo>
                  <a:lnTo>
                    <a:pt x="4277621" y="2371320"/>
                  </a:lnTo>
                  <a:lnTo>
                    <a:pt x="4254087" y="2406237"/>
                  </a:lnTo>
                  <a:lnTo>
                    <a:pt x="4219170" y="2429771"/>
                  </a:lnTo>
                  <a:lnTo>
                    <a:pt x="4176394" y="2438400"/>
                  </a:lnTo>
                  <a:lnTo>
                    <a:pt x="109854" y="2438400"/>
                  </a:lnTo>
                  <a:lnTo>
                    <a:pt x="67079" y="2429771"/>
                  </a:lnTo>
                  <a:lnTo>
                    <a:pt x="32162" y="2406237"/>
                  </a:lnTo>
                  <a:lnTo>
                    <a:pt x="8628" y="2371320"/>
                  </a:lnTo>
                  <a:lnTo>
                    <a:pt x="0" y="2328545"/>
                  </a:lnTo>
                  <a:lnTo>
                    <a:pt x="0" y="109854"/>
                  </a:lnTo>
                  <a:close/>
                </a:path>
              </a:pathLst>
            </a:custGeom>
            <a:ln w="2286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629775" y="2190750"/>
              <a:ext cx="95250" cy="2438400"/>
            </a:xfrm>
            <a:custGeom>
              <a:avLst/>
              <a:gdLst/>
              <a:ahLst/>
              <a:cxnLst/>
              <a:rect l="l" t="t" r="r" b="b"/>
              <a:pathLst>
                <a:path w="95250" h="243840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2390775"/>
                  </a:lnTo>
                  <a:lnTo>
                    <a:pt x="3744" y="2409307"/>
                  </a:lnTo>
                  <a:lnTo>
                    <a:pt x="13954" y="2424445"/>
                  </a:lnTo>
                  <a:lnTo>
                    <a:pt x="29092" y="2434655"/>
                  </a:lnTo>
                  <a:lnTo>
                    <a:pt x="47625" y="2438400"/>
                  </a:lnTo>
                  <a:lnTo>
                    <a:pt x="66157" y="2434655"/>
                  </a:lnTo>
                  <a:lnTo>
                    <a:pt x="81295" y="2424445"/>
                  </a:lnTo>
                  <a:lnTo>
                    <a:pt x="91505" y="2409307"/>
                  </a:lnTo>
                  <a:lnTo>
                    <a:pt x="95250" y="2390775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9936480" y="2392298"/>
            <a:ext cx="3913504" cy="13766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20" b="1">
                <a:solidFill>
                  <a:srgbClr val="403B4E"/>
                </a:solidFill>
                <a:latin typeface="Cambria"/>
                <a:cs typeface="Cambria"/>
              </a:rPr>
              <a:t>The</a:t>
            </a:r>
            <a:r>
              <a:rPr dirty="0" sz="1850" spc="7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850" spc="180" b="1">
                <a:solidFill>
                  <a:srgbClr val="403B4E"/>
                </a:solidFill>
                <a:latin typeface="Cambria"/>
                <a:cs typeface="Cambria"/>
              </a:rPr>
              <a:t>"Brain"</a:t>
            </a:r>
            <a:r>
              <a:rPr dirty="0" sz="1850" spc="6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850" spc="145" b="1">
                <a:solidFill>
                  <a:srgbClr val="403B4E"/>
                </a:solidFill>
                <a:latin typeface="Cambria"/>
                <a:cs typeface="Cambria"/>
              </a:rPr>
              <a:t>(NLP):</a:t>
            </a:r>
            <a:r>
              <a:rPr dirty="0" sz="1850" spc="9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850" spc="170" b="1">
                <a:solidFill>
                  <a:srgbClr val="403B4E"/>
                </a:solidFill>
                <a:latin typeface="Cambria"/>
                <a:cs typeface="Cambria"/>
              </a:rPr>
              <a:t>Scikit-</a:t>
            </a:r>
            <a:r>
              <a:rPr dirty="0" sz="1850" spc="65" b="1">
                <a:solidFill>
                  <a:srgbClr val="403B4E"/>
                </a:solidFill>
                <a:latin typeface="Cambria"/>
                <a:cs typeface="Cambria"/>
              </a:rPr>
              <a:t>learn</a:t>
            </a:r>
            <a:endParaRPr sz="1850">
              <a:latin typeface="Cambria"/>
              <a:cs typeface="Cambria"/>
            </a:endParaRPr>
          </a:p>
          <a:p>
            <a:pPr marL="12700" marR="501015">
              <a:lnSpc>
                <a:spcPct val="135300"/>
              </a:lnSpc>
              <a:spcBef>
                <a:spcPts val="835"/>
              </a:spcBef>
            </a:pPr>
            <a:r>
              <a:rPr dirty="0" sz="1550">
                <a:latin typeface="Calibri"/>
                <a:cs typeface="Calibri"/>
              </a:rPr>
              <a:t>It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uses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TF-IDF</a:t>
            </a:r>
            <a:r>
              <a:rPr dirty="0" sz="1550" spc="2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Vectorizer</a:t>
            </a:r>
            <a:r>
              <a:rPr dirty="0" sz="1550" spc="14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Logistic </a:t>
            </a:r>
            <a:r>
              <a:rPr dirty="0" sz="1550">
                <a:latin typeface="Calibri"/>
                <a:cs typeface="Calibri"/>
              </a:rPr>
              <a:t>Regression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10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understand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meaning</a:t>
            </a:r>
            <a:r>
              <a:rPr dirty="0" sz="1550" spc="120">
                <a:latin typeface="Calibri"/>
                <a:cs typeface="Calibri"/>
              </a:rPr>
              <a:t/>
            </a:r>
            <a:r>
              <a:rPr dirty="0" sz="1550" spc="-25">
                <a:latin typeface="Calibri"/>
                <a:cs typeface="Calibri"/>
              </a:rPr>
              <a:t>of </a:t>
            </a:r>
            <a:r>
              <a:rPr dirty="0" sz="1550">
                <a:latin typeface="Calibri"/>
                <a:cs typeface="Calibri"/>
              </a:rPr>
              <a:t>user</a:t>
            </a:r>
            <a:r>
              <a:rPr dirty="0" sz="1550" spc="12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commands.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66750" y="4817745"/>
            <a:ext cx="4316730" cy="2766060"/>
            <a:chOff x="666750" y="4817745"/>
            <a:chExt cx="4316730" cy="2766060"/>
          </a:xfrm>
        </p:grpSpPr>
        <p:sp>
          <p:nvSpPr>
            <p:cNvPr id="21" name="object 21" descr=""/>
            <p:cNvSpPr/>
            <p:nvPr/>
          </p:nvSpPr>
          <p:spPr>
            <a:xfrm>
              <a:off x="685800" y="4829175"/>
              <a:ext cx="4286250" cy="2743200"/>
            </a:xfrm>
            <a:custGeom>
              <a:avLst/>
              <a:gdLst/>
              <a:ahLst/>
              <a:cxnLst/>
              <a:rect l="l" t="t" r="r" b="b"/>
              <a:pathLst>
                <a:path w="4286250" h="2743200">
                  <a:moveTo>
                    <a:pt x="0" y="109474"/>
                  </a:moveTo>
                  <a:lnTo>
                    <a:pt x="8602" y="66865"/>
                  </a:lnTo>
                  <a:lnTo>
                    <a:pt x="32059" y="32067"/>
                  </a:lnTo>
                  <a:lnTo>
                    <a:pt x="66849" y="8604"/>
                  </a:lnTo>
                  <a:lnTo>
                    <a:pt x="109448" y="0"/>
                  </a:lnTo>
                  <a:lnTo>
                    <a:pt x="4176776" y="0"/>
                  </a:lnTo>
                  <a:lnTo>
                    <a:pt x="4219384" y="8604"/>
                  </a:lnTo>
                  <a:lnTo>
                    <a:pt x="4254182" y="32067"/>
                  </a:lnTo>
                  <a:lnTo>
                    <a:pt x="4277645" y="66865"/>
                  </a:lnTo>
                  <a:lnTo>
                    <a:pt x="4286250" y="109474"/>
                  </a:lnTo>
                  <a:lnTo>
                    <a:pt x="4286250" y="2633751"/>
                  </a:lnTo>
                  <a:lnTo>
                    <a:pt x="4277645" y="2676350"/>
                  </a:lnTo>
                  <a:lnTo>
                    <a:pt x="4254182" y="2711140"/>
                  </a:lnTo>
                  <a:lnTo>
                    <a:pt x="4219384" y="2734597"/>
                  </a:lnTo>
                  <a:lnTo>
                    <a:pt x="4176776" y="2743200"/>
                  </a:lnTo>
                  <a:lnTo>
                    <a:pt x="109448" y="2743200"/>
                  </a:lnTo>
                  <a:lnTo>
                    <a:pt x="66849" y="2734597"/>
                  </a:lnTo>
                  <a:lnTo>
                    <a:pt x="32059" y="2711140"/>
                  </a:lnTo>
                  <a:lnTo>
                    <a:pt x="8602" y="2676350"/>
                  </a:lnTo>
                  <a:lnTo>
                    <a:pt x="0" y="2633751"/>
                  </a:lnTo>
                  <a:lnTo>
                    <a:pt x="0" y="109474"/>
                  </a:lnTo>
                  <a:close/>
                </a:path>
              </a:pathLst>
            </a:custGeom>
            <a:ln w="2286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66750" y="4829175"/>
              <a:ext cx="85725" cy="2743200"/>
            </a:xfrm>
            <a:custGeom>
              <a:avLst/>
              <a:gdLst/>
              <a:ahLst/>
              <a:cxnLst/>
              <a:rect l="l" t="t" r="r" b="b"/>
              <a:pathLst>
                <a:path w="85725" h="2743200">
                  <a:moveTo>
                    <a:pt x="42862" y="0"/>
                  </a:moveTo>
                  <a:lnTo>
                    <a:pt x="26178" y="3367"/>
                  </a:lnTo>
                  <a:lnTo>
                    <a:pt x="12553" y="12557"/>
                  </a:lnTo>
                  <a:lnTo>
                    <a:pt x="3368" y="26199"/>
                  </a:lnTo>
                  <a:lnTo>
                    <a:pt x="0" y="42925"/>
                  </a:lnTo>
                  <a:lnTo>
                    <a:pt x="0" y="2700337"/>
                  </a:lnTo>
                  <a:lnTo>
                    <a:pt x="3368" y="2717021"/>
                  </a:lnTo>
                  <a:lnTo>
                    <a:pt x="12553" y="2730646"/>
                  </a:lnTo>
                  <a:lnTo>
                    <a:pt x="26178" y="2739831"/>
                  </a:lnTo>
                  <a:lnTo>
                    <a:pt x="42862" y="2743200"/>
                  </a:lnTo>
                  <a:lnTo>
                    <a:pt x="59546" y="2739831"/>
                  </a:lnTo>
                  <a:lnTo>
                    <a:pt x="73171" y="2730646"/>
                  </a:lnTo>
                  <a:lnTo>
                    <a:pt x="82356" y="2717021"/>
                  </a:lnTo>
                  <a:lnTo>
                    <a:pt x="85725" y="2700337"/>
                  </a:lnTo>
                  <a:lnTo>
                    <a:pt x="85725" y="42925"/>
                  </a:lnTo>
                  <a:lnTo>
                    <a:pt x="82356" y="26199"/>
                  </a:lnTo>
                  <a:lnTo>
                    <a:pt x="73171" y="12557"/>
                  </a:lnTo>
                  <a:lnTo>
                    <a:pt x="59546" y="3367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961072" y="5027231"/>
            <a:ext cx="3657600" cy="10528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95" b="1">
                <a:solidFill>
                  <a:srgbClr val="403B4E"/>
                </a:solidFill>
                <a:latin typeface="Cambria"/>
                <a:cs typeface="Cambria"/>
              </a:rPr>
              <a:t>Database:</a:t>
            </a:r>
            <a:r>
              <a:rPr dirty="0" sz="1850" spc="1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850" spc="75" b="1">
                <a:solidFill>
                  <a:srgbClr val="403B4E"/>
                </a:solidFill>
                <a:latin typeface="Cambria"/>
                <a:cs typeface="Cambria"/>
              </a:rPr>
              <a:t>SQLite3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880"/>
              </a:spcBef>
            </a:pPr>
            <a:r>
              <a:rPr dirty="0" sz="1500">
                <a:latin typeface="Calibri"/>
                <a:cs typeface="Calibri"/>
              </a:rPr>
              <a:t>U</a:t>
            </a:r>
            <a:r>
              <a:rPr dirty="0" sz="1550">
                <a:latin typeface="Calibri"/>
                <a:cs typeface="Calibri"/>
              </a:rPr>
              <a:t>sed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store</a:t>
            </a:r>
            <a:r>
              <a:rPr dirty="0" sz="1550" spc="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retrieve</a:t>
            </a:r>
            <a:r>
              <a:rPr dirty="0" sz="1550" spc="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notes</a:t>
            </a:r>
            <a:r>
              <a:rPr dirty="0" sz="1550" spc="13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or</a:t>
            </a:r>
            <a:r>
              <a:rPr dirty="0" sz="1550" spc="4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personal </a:t>
            </a:r>
            <a:r>
              <a:rPr dirty="0" sz="1550">
                <a:latin typeface="Calibri"/>
                <a:cs typeface="Calibri"/>
              </a:rPr>
              <a:t>data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locally</a:t>
            </a:r>
            <a:r>
              <a:rPr dirty="0" sz="1550" spc="5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efficiently.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143500" y="4817745"/>
            <a:ext cx="4326255" cy="2766060"/>
            <a:chOff x="5143500" y="4817745"/>
            <a:chExt cx="4326255" cy="2766060"/>
          </a:xfrm>
        </p:grpSpPr>
        <p:sp>
          <p:nvSpPr>
            <p:cNvPr id="25" name="object 25" descr=""/>
            <p:cNvSpPr/>
            <p:nvPr/>
          </p:nvSpPr>
          <p:spPr>
            <a:xfrm>
              <a:off x="5172075" y="4829175"/>
              <a:ext cx="4286250" cy="2743200"/>
            </a:xfrm>
            <a:custGeom>
              <a:avLst/>
              <a:gdLst/>
              <a:ahLst/>
              <a:cxnLst/>
              <a:rect l="l" t="t" r="r" b="b"/>
              <a:pathLst>
                <a:path w="4286250" h="2743200">
                  <a:moveTo>
                    <a:pt x="0" y="109474"/>
                  </a:moveTo>
                  <a:lnTo>
                    <a:pt x="8604" y="66865"/>
                  </a:lnTo>
                  <a:lnTo>
                    <a:pt x="32067" y="32067"/>
                  </a:lnTo>
                  <a:lnTo>
                    <a:pt x="66865" y="8604"/>
                  </a:lnTo>
                  <a:lnTo>
                    <a:pt x="109474" y="0"/>
                  </a:lnTo>
                  <a:lnTo>
                    <a:pt x="4176776" y="0"/>
                  </a:lnTo>
                  <a:lnTo>
                    <a:pt x="4219384" y="8604"/>
                  </a:lnTo>
                  <a:lnTo>
                    <a:pt x="4254182" y="32067"/>
                  </a:lnTo>
                  <a:lnTo>
                    <a:pt x="4277645" y="66865"/>
                  </a:lnTo>
                  <a:lnTo>
                    <a:pt x="4286250" y="109474"/>
                  </a:lnTo>
                  <a:lnTo>
                    <a:pt x="4286250" y="2633751"/>
                  </a:lnTo>
                  <a:lnTo>
                    <a:pt x="4277645" y="2676350"/>
                  </a:lnTo>
                  <a:lnTo>
                    <a:pt x="4254182" y="2711140"/>
                  </a:lnTo>
                  <a:lnTo>
                    <a:pt x="4219384" y="2734597"/>
                  </a:lnTo>
                  <a:lnTo>
                    <a:pt x="4176776" y="2743200"/>
                  </a:lnTo>
                  <a:lnTo>
                    <a:pt x="109474" y="2743200"/>
                  </a:lnTo>
                  <a:lnTo>
                    <a:pt x="66865" y="2734597"/>
                  </a:lnTo>
                  <a:lnTo>
                    <a:pt x="32067" y="2711140"/>
                  </a:lnTo>
                  <a:lnTo>
                    <a:pt x="8604" y="2676350"/>
                  </a:lnTo>
                  <a:lnTo>
                    <a:pt x="0" y="2633751"/>
                  </a:lnTo>
                  <a:lnTo>
                    <a:pt x="0" y="109474"/>
                  </a:lnTo>
                  <a:close/>
                </a:path>
              </a:pathLst>
            </a:custGeom>
            <a:ln w="2286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143500" y="4829175"/>
              <a:ext cx="95250" cy="2743200"/>
            </a:xfrm>
            <a:custGeom>
              <a:avLst/>
              <a:gdLst/>
              <a:ahLst/>
              <a:cxnLst/>
              <a:rect l="l" t="t" r="r" b="b"/>
              <a:pathLst>
                <a:path w="95250" h="274320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0" y="2695575"/>
                  </a:lnTo>
                  <a:lnTo>
                    <a:pt x="3744" y="2714112"/>
                  </a:lnTo>
                  <a:lnTo>
                    <a:pt x="13954" y="2729250"/>
                  </a:lnTo>
                  <a:lnTo>
                    <a:pt x="29092" y="2739457"/>
                  </a:lnTo>
                  <a:lnTo>
                    <a:pt x="47625" y="2743200"/>
                  </a:lnTo>
                  <a:lnTo>
                    <a:pt x="66157" y="2739457"/>
                  </a:lnTo>
                  <a:lnTo>
                    <a:pt x="81295" y="2729250"/>
                  </a:lnTo>
                  <a:lnTo>
                    <a:pt x="91505" y="2714112"/>
                  </a:lnTo>
                  <a:lnTo>
                    <a:pt x="95250" y="2695575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448553" y="5027231"/>
            <a:ext cx="209105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90" b="1">
                <a:solidFill>
                  <a:srgbClr val="403B4E"/>
                </a:solidFill>
                <a:latin typeface="Cambria"/>
                <a:cs typeface="Cambria"/>
              </a:rPr>
              <a:t>Web</a:t>
            </a:r>
            <a:r>
              <a:rPr dirty="0" sz="1850" spc="8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850" spc="105" b="1">
                <a:solidFill>
                  <a:srgbClr val="403B4E"/>
                </a:solidFill>
                <a:latin typeface="Cambria"/>
                <a:cs typeface="Cambria"/>
              </a:rPr>
              <a:t>Integration: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580376" y="5034026"/>
            <a:ext cx="1079500" cy="30480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8890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70"/>
              </a:spcBef>
            </a:pPr>
            <a:r>
              <a:rPr dirty="0" sz="1850" spc="-10" b="1">
                <a:solidFill>
                  <a:srgbClr val="403B4E"/>
                </a:solidFill>
                <a:latin typeface="Consolas"/>
                <a:cs typeface="Consolas"/>
              </a:rPr>
              <a:t>requests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640064" y="50272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45" b="1">
                <a:solidFill>
                  <a:srgbClr val="403B4E"/>
                </a:solidFill>
                <a:latin typeface="Cambria"/>
                <a:cs typeface="Cambria"/>
              </a:rPr>
              <a:t>,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457952" y="5338826"/>
            <a:ext cx="1346200" cy="33083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9525" rIns="0" bIns="0" rtlCol="0" vert="horz">
            <a:spAutoFit/>
          </a:bodyPr>
          <a:lstStyle/>
          <a:p>
            <a:pPr marL="3175">
              <a:lnSpc>
                <a:spcPct val="100000"/>
              </a:lnSpc>
              <a:spcBef>
                <a:spcPts val="75"/>
              </a:spcBef>
            </a:pPr>
            <a:r>
              <a:rPr dirty="0" sz="1850" spc="-10" b="1">
                <a:solidFill>
                  <a:srgbClr val="403B4E"/>
                </a:solidFill>
                <a:latin typeface="Consolas"/>
                <a:cs typeface="Consolas"/>
              </a:rPr>
              <a:t>webbrowser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783069" y="533241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45" b="1">
                <a:solidFill>
                  <a:srgbClr val="403B4E"/>
                </a:solidFill>
                <a:latin typeface="Cambria"/>
                <a:cs typeface="Cambria"/>
              </a:rPr>
              <a:t>,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929501" y="5338826"/>
            <a:ext cx="1212850" cy="30480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9525" rIns="0" bIns="0" rtlCol="0" vert="horz">
            <a:spAutoFit/>
          </a:bodyPr>
          <a:lstStyle/>
          <a:p>
            <a:pPr marL="3810">
              <a:lnSpc>
                <a:spcPct val="100000"/>
              </a:lnSpc>
              <a:spcBef>
                <a:spcPts val="75"/>
              </a:spcBef>
            </a:pPr>
            <a:r>
              <a:rPr dirty="0" sz="1850" spc="-10" b="1">
                <a:solidFill>
                  <a:srgbClr val="403B4E"/>
                </a:solidFill>
                <a:latin typeface="Consolas"/>
                <a:cs typeface="Consolas"/>
              </a:rPr>
              <a:t>wikipedia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122284" y="533241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45" b="1">
                <a:solidFill>
                  <a:srgbClr val="403B4E"/>
                </a:solidFill>
                <a:latin typeface="Cambria"/>
                <a:cs typeface="Cambria"/>
              </a:rPr>
              <a:t>,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457952" y="5669260"/>
            <a:ext cx="1212850" cy="27940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ts val="2095"/>
              </a:lnSpc>
            </a:pPr>
            <a:r>
              <a:rPr dirty="0" sz="1850" spc="-10" b="1">
                <a:solidFill>
                  <a:srgbClr val="403B4E"/>
                </a:solidFill>
                <a:latin typeface="Consolas"/>
                <a:cs typeface="Consolas"/>
              </a:rPr>
              <a:t>pywhatkit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448553" y="6060376"/>
            <a:ext cx="3623945" cy="97916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 indent="92075">
              <a:lnSpc>
                <a:spcPct val="135200"/>
              </a:lnSpc>
              <a:spcBef>
                <a:spcPts val="55"/>
              </a:spcBef>
            </a:pPr>
            <a:r>
              <a:rPr dirty="0" sz="1550">
                <a:latin typeface="Calibri"/>
                <a:cs typeface="Calibri"/>
              </a:rPr>
              <a:t>pywhatkitThese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libraries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help</a:t>
            </a:r>
            <a:r>
              <a:rPr dirty="0" sz="1550" spc="12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80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assistant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get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online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data,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open</a:t>
            </a:r>
            <a:r>
              <a:rPr dirty="0" sz="1550" spc="10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websites,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search </a:t>
            </a:r>
            <a:r>
              <a:rPr dirty="0" sz="1550">
                <a:latin typeface="Calibri"/>
                <a:cs typeface="Calibri"/>
              </a:rPr>
              <a:t>Wikipedia,</a:t>
            </a:r>
            <a:r>
              <a:rPr dirty="0" sz="1550" spc="14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play</a:t>
            </a:r>
            <a:r>
              <a:rPr dirty="0" sz="1550" spc="2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YouTube</a:t>
            </a:r>
            <a:r>
              <a:rPr dirty="0" sz="1550" spc="4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songs.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12890" y="600773"/>
            <a:ext cx="7395845" cy="5632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500" spc="140"/>
              <a:t>Operational</a:t>
            </a:r>
            <a:r>
              <a:rPr dirty="0" sz="3500" spc="135"/>
              <a:t/>
            </a:r>
            <a:r>
              <a:rPr dirty="0" sz="3500" spc="240"/>
              <a:t>Logic:</a:t>
            </a:r>
            <a:r>
              <a:rPr dirty="0" sz="3500" spc="130"/>
              <a:t/>
            </a:r>
            <a:r>
              <a:rPr dirty="0" sz="3500" spc="250"/>
              <a:t>How</a:t>
            </a:r>
            <a:r>
              <a:rPr dirty="0" sz="3500" spc="100"/>
              <a:t/>
            </a:r>
            <a:r>
              <a:rPr dirty="0" sz="3500" spc="170"/>
              <a:t>It</a:t>
            </a:r>
            <a:r>
              <a:rPr dirty="0" sz="3500" spc="120"/>
              <a:t/>
            </a:r>
            <a:r>
              <a:rPr dirty="0" sz="3500" spc="155"/>
              <a:t>Works</a:t>
            </a:r>
            <a:endParaRPr sz="3500"/>
          </a:p>
        </p:txBody>
      </p:sp>
      <p:sp>
        <p:nvSpPr>
          <p:cNvPr id="4" name="object 4" descr=""/>
          <p:cNvSpPr txBox="1"/>
          <p:nvPr/>
        </p:nvSpPr>
        <p:spPr>
          <a:xfrm>
            <a:off x="6112890" y="1478597"/>
            <a:ext cx="6566534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Calibri"/>
                <a:cs typeface="Calibri"/>
              </a:rPr>
              <a:t>My</a:t>
            </a:r>
            <a:r>
              <a:rPr dirty="0" sz="1550" spc="14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AI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Assistant</a:t>
            </a:r>
            <a:r>
              <a:rPr dirty="0" sz="1550" spc="10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follows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10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simple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process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of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listening,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understanding,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100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acting.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202169" y="2417127"/>
            <a:ext cx="6518909" cy="6870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b="1">
                <a:solidFill>
                  <a:srgbClr val="403B4E"/>
                </a:solidFill>
                <a:latin typeface="Cambria"/>
                <a:cs typeface="Cambria"/>
              </a:rPr>
              <a:t>1.</a:t>
            </a:r>
            <a:r>
              <a:rPr dirty="0" sz="1700" spc="-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700" spc="110" b="1">
                <a:solidFill>
                  <a:srgbClr val="403B4E"/>
                </a:solidFill>
                <a:latin typeface="Cambria"/>
                <a:cs typeface="Cambria"/>
              </a:rPr>
              <a:t>Listen</a:t>
            </a:r>
            <a:r>
              <a:rPr dirty="0" sz="1700" spc="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700" spc="95" b="1">
                <a:solidFill>
                  <a:srgbClr val="403B4E"/>
                </a:solidFill>
                <a:latin typeface="Cambria"/>
                <a:cs typeface="Cambria"/>
              </a:rPr>
              <a:t>for</a:t>
            </a:r>
            <a:r>
              <a:rPr dirty="0" sz="1700" spc="6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700" spc="140" b="1">
                <a:solidFill>
                  <a:srgbClr val="403B4E"/>
                </a:solidFill>
                <a:latin typeface="Cambria"/>
                <a:cs typeface="Cambria"/>
              </a:rPr>
              <a:t>Command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4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assistant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takes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voice</a:t>
            </a:r>
            <a:r>
              <a:rPr dirty="0" sz="1550" spc="1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input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from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microphone</a:t>
            </a:r>
            <a:r>
              <a:rPr dirty="0" sz="1550" spc="3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waits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for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command.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202169" y="3754437"/>
            <a:ext cx="6552565" cy="3362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25"/>
              </a:spcBef>
              <a:buAutoNum type="arabicPeriod" startAt="2"/>
              <a:tabLst>
                <a:tab pos="269240" algn="l"/>
              </a:tabLst>
            </a:pPr>
            <a:r>
              <a:rPr dirty="0" sz="1700" spc="90" b="1">
                <a:solidFill>
                  <a:srgbClr val="403B4E"/>
                </a:solidFill>
                <a:latin typeface="Cambria"/>
                <a:cs typeface="Cambria"/>
              </a:rPr>
              <a:t>Understand</a:t>
            </a:r>
            <a:r>
              <a:rPr dirty="0" sz="1700" spc="7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700" spc="114" b="1">
                <a:solidFill>
                  <a:srgbClr val="403B4E"/>
                </a:solidFill>
                <a:latin typeface="Cambria"/>
                <a:cs typeface="Cambria"/>
              </a:rPr>
              <a:t>(NLP)</a:t>
            </a:r>
            <a:endParaRPr sz="1700">
              <a:latin typeface="Cambria"/>
              <a:cs typeface="Cambria"/>
            </a:endParaRPr>
          </a:p>
          <a:p>
            <a:pPr marL="12700" marR="210185">
              <a:lnSpc>
                <a:spcPct val="125200"/>
              </a:lnSpc>
              <a:spcBef>
                <a:spcPts val="810"/>
              </a:spcBef>
            </a:pP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5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speech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converted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into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text,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4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Logistic</a:t>
            </a:r>
            <a:r>
              <a:rPr dirty="0" sz="1550" spc="10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Regression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model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predicts </a:t>
            </a:r>
            <a:r>
              <a:rPr dirty="0" sz="1550">
                <a:latin typeface="Calibri"/>
                <a:cs typeface="Calibri"/>
              </a:rPr>
              <a:t>what</a:t>
            </a:r>
            <a:r>
              <a:rPr dirty="0" sz="1550" spc="4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user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wants</a:t>
            </a:r>
            <a:r>
              <a:rPr dirty="0" sz="1550" spc="3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45">
                <a:latin typeface="Calibri"/>
                <a:cs typeface="Calibri"/>
              </a:rPr>
              <a:t/>
            </a:r>
            <a:r>
              <a:rPr dirty="0" sz="1550" spc="-25">
                <a:latin typeface="Calibri"/>
                <a:cs typeface="Calibri"/>
              </a:rPr>
              <a:t>do.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550">
              <a:latin typeface="Calibri"/>
              <a:cs typeface="Calibri"/>
            </a:endParaRPr>
          </a:p>
          <a:p>
            <a:pPr marL="259079" indent="-246379">
              <a:lnSpc>
                <a:spcPct val="100000"/>
              </a:lnSpc>
              <a:buAutoNum type="arabicPeriod" startAt="3"/>
              <a:tabLst>
                <a:tab pos="259079" algn="l"/>
              </a:tabLst>
            </a:pPr>
            <a:r>
              <a:rPr dirty="0" sz="1700" spc="90" b="1">
                <a:solidFill>
                  <a:srgbClr val="403B4E"/>
                </a:solidFill>
                <a:latin typeface="Cambria"/>
                <a:cs typeface="Cambria"/>
              </a:rPr>
              <a:t>Execute</a:t>
            </a:r>
            <a:r>
              <a:rPr dirty="0" sz="1700" spc="10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700" spc="95" b="1">
                <a:solidFill>
                  <a:srgbClr val="403B4E"/>
                </a:solidFill>
                <a:latin typeface="Cambria"/>
                <a:cs typeface="Cambria"/>
              </a:rPr>
              <a:t>Action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25200"/>
              </a:lnSpc>
              <a:spcBef>
                <a:spcPts val="810"/>
              </a:spcBef>
            </a:pPr>
            <a:r>
              <a:rPr dirty="0" sz="1550">
                <a:latin typeface="Calibri"/>
                <a:cs typeface="Calibri"/>
              </a:rPr>
              <a:t>According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2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predicted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intent,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2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assistant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runs</a:t>
            </a:r>
            <a:r>
              <a:rPr dirty="0" sz="1550" spc="14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4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correct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function</a:t>
            </a:r>
            <a:r>
              <a:rPr dirty="0" sz="1550" spc="1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—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 spc="-20">
                <a:latin typeface="Calibri"/>
                <a:cs typeface="Calibri"/>
              </a:rPr>
              <a:t>like </a:t>
            </a:r>
            <a:r>
              <a:rPr dirty="0" sz="1550">
                <a:latin typeface="Calibri"/>
                <a:cs typeface="Calibri"/>
              </a:rPr>
              <a:t>checking weather,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opening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YouTube,</a:t>
            </a:r>
            <a:r>
              <a:rPr dirty="0" sz="1550" spc="14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or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showing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notes.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550">
              <a:latin typeface="Calibri"/>
              <a:cs typeface="Calibri"/>
            </a:endParaRPr>
          </a:p>
          <a:p>
            <a:pPr marL="278130" indent="-26543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278130" algn="l"/>
              </a:tabLst>
            </a:pPr>
            <a:r>
              <a:rPr dirty="0" sz="1700" spc="100" b="1">
                <a:solidFill>
                  <a:srgbClr val="403B4E"/>
                </a:solidFill>
                <a:latin typeface="Cambria"/>
                <a:cs typeface="Cambria"/>
              </a:rPr>
              <a:t>Respond</a:t>
            </a:r>
            <a:r>
              <a:rPr dirty="0" sz="1700" spc="6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700" spc="65" b="1">
                <a:solidFill>
                  <a:srgbClr val="403B4E"/>
                </a:solidFill>
                <a:latin typeface="Cambria"/>
                <a:cs typeface="Cambria"/>
              </a:rPr>
              <a:t>Verbally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550">
                <a:latin typeface="Calibri"/>
                <a:cs typeface="Calibri"/>
              </a:rPr>
              <a:t>Finally,</a:t>
            </a:r>
            <a:r>
              <a:rPr dirty="0" sz="1550" spc="5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it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shows</a:t>
            </a:r>
            <a:r>
              <a:rPr dirty="0" sz="1550" spc="4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14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result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screen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(and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can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also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reply</a:t>
            </a:r>
            <a:r>
              <a:rPr dirty="0" sz="1550" spc="10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by</a:t>
            </a:r>
            <a:r>
              <a:rPr dirty="0" sz="1550" spc="2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voice</a:t>
            </a:r>
            <a:r>
              <a:rPr dirty="0" sz="1550" spc="1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if</a:t>
            </a:r>
            <a:r>
              <a:rPr dirty="0" sz="1550" spc="50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enabled).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4575" y="2257425"/>
            <a:ext cx="904875" cy="5343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027" y="450913"/>
            <a:ext cx="8738235" cy="5403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35"/>
              <a:t>Deep</a:t>
            </a:r>
            <a:r>
              <a:rPr dirty="0" sz="3350" spc="55"/>
              <a:t/>
            </a:r>
            <a:r>
              <a:rPr dirty="0" sz="3350" spc="145"/>
              <a:t>Dive:</a:t>
            </a:r>
            <a:r>
              <a:rPr dirty="0" sz="3350" spc="75"/>
              <a:t/>
            </a:r>
            <a:r>
              <a:rPr dirty="0" sz="3350" spc="160"/>
              <a:t>Natural</a:t>
            </a:r>
            <a:r>
              <a:rPr dirty="0" sz="3350" spc="80"/>
              <a:t/>
            </a:r>
            <a:r>
              <a:rPr dirty="0" sz="3350" spc="210"/>
              <a:t>Language</a:t>
            </a:r>
            <a:r>
              <a:rPr dirty="0" sz="3350" spc="114"/>
              <a:t/>
            </a:r>
            <a:r>
              <a:rPr dirty="0" sz="3350" spc="175"/>
              <a:t>Processing</a:t>
            </a:r>
            <a:endParaRPr sz="3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5950" y="1257300"/>
            <a:ext cx="4810125" cy="50006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91795" y="1624901"/>
            <a:ext cx="8326755" cy="25031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135255">
              <a:lnSpc>
                <a:spcPct val="100800"/>
              </a:lnSpc>
              <a:spcBef>
                <a:spcPts val="85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main</a:t>
            </a:r>
            <a:r>
              <a:rPr dirty="0" sz="1800" spc="-5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power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my</a:t>
            </a:r>
            <a:r>
              <a:rPr dirty="0" sz="1800" spc="-5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assistant</a:t>
            </a:r>
            <a:r>
              <a:rPr dirty="0" sz="1800" spc="-1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comes</a:t>
            </a:r>
            <a:r>
              <a:rPr dirty="0" sz="1800" spc="-3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2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Natural</a:t>
            </a:r>
            <a:r>
              <a:rPr dirty="0" sz="1800" spc="-4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Language</a:t>
            </a:r>
            <a:r>
              <a:rPr dirty="0" sz="1800" spc="-7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Processing,</a:t>
            </a:r>
            <a:r>
              <a:rPr dirty="0" sz="1800" spc="-8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35">
                <a:latin typeface="Calibri"/>
                <a:cs typeface="Calibri"/>
              </a:rPr>
              <a:t/>
            </a:r>
            <a:r>
              <a:rPr dirty="0" sz="1800" spc="-60">
                <a:latin typeface="Calibri"/>
                <a:cs typeface="Calibri"/>
              </a:rPr>
              <a:t>NLP,</a:t>
            </a:r>
            <a:r>
              <a:rPr dirty="0" sz="1800" spc="-40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which </a:t>
            </a:r>
            <a:r>
              <a:rPr dirty="0" sz="1800">
                <a:latin typeface="Calibri"/>
                <a:cs typeface="Calibri"/>
              </a:rPr>
              <a:t>helps</a:t>
            </a:r>
            <a:r>
              <a:rPr dirty="0" sz="1800" spc="-3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5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understand</a:t>
            </a:r>
            <a:r>
              <a:rPr dirty="0" sz="1800" spc="2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what</a:t>
            </a:r>
            <a:r>
              <a:rPr dirty="0" sz="1800" spc="-7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7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user</a:t>
            </a:r>
            <a:r>
              <a:rPr dirty="0" sz="1800" spc="-25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says.</a:t>
            </a:r>
            <a:endParaRPr sz="1800">
              <a:latin typeface="Calibri"/>
              <a:cs typeface="Calibri"/>
            </a:endParaRPr>
          </a:p>
          <a:p>
            <a:pPr marL="355600" marR="5080" indent="-343535">
              <a:lnSpc>
                <a:spcPct val="100800"/>
              </a:lnSpc>
              <a:buAutoNum type="arabicPeriod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7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Speech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10">
                <a:latin typeface="Calibri"/>
                <a:cs typeface="Calibri"/>
              </a:rPr>
              <a:t/>
            </a:r>
            <a:r>
              <a:rPr dirty="0" sz="1800" spc="-25">
                <a:latin typeface="Calibri"/>
                <a:cs typeface="Calibri"/>
              </a:rPr>
              <a:t>TextWhen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-5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speak,</a:t>
            </a:r>
            <a:r>
              <a:rPr dirty="0" sz="1800" spc="-5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speech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recognition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library</a:t>
            </a:r>
            <a:r>
              <a:rPr dirty="0" sz="1800" spc="-4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changes</a:t>
            </a:r>
            <a:r>
              <a:rPr dirty="0" sz="1800" spc="-1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our</a:t>
            </a:r>
            <a:r>
              <a:rPr dirty="0" sz="1800" spc="-10">
                <a:latin typeface="Calibri"/>
                <a:cs typeface="Calibri"/>
              </a:rPr>
              <a:t> voice </a:t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45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text.</a:t>
            </a:r>
            <a:endParaRPr sz="1800">
              <a:latin typeface="Calibri"/>
              <a:cs typeface="Calibri"/>
            </a:endParaRPr>
          </a:p>
          <a:p>
            <a:pPr marL="355600" marR="10795" indent="-343535">
              <a:lnSpc>
                <a:spcPct val="99600"/>
              </a:lnSpc>
              <a:spcBef>
                <a:spcPts val="25"/>
              </a:spcBef>
              <a:buAutoNum type="arabicPeriod"/>
              <a:tabLst>
                <a:tab pos="355600" algn="l"/>
                <a:tab pos="407670" algn="l"/>
              </a:tabLst>
            </a:pPr>
            <a:r>
              <a:rPr dirty="0" sz="1800">
                <a:latin typeface="Calibri"/>
                <a:cs typeface="Calibri"/>
              </a:rPr>
              <a:t>	From</a:t>
            </a:r>
            <a:r>
              <a:rPr dirty="0" sz="1800" spc="-70">
                <a:latin typeface="Calibri"/>
                <a:cs typeface="Calibri"/>
              </a:rPr>
              <a:t/>
            </a:r>
            <a:r>
              <a:rPr dirty="0" sz="1800" spc="-45">
                <a:latin typeface="Calibri"/>
                <a:cs typeface="Calibri"/>
              </a:rPr>
              <a:t>Text</a:t>
            </a:r>
            <a:r>
              <a:rPr dirty="0" sz="1800" spc="-6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Meaning</a:t>
            </a:r>
            <a:r>
              <a:rPr dirty="0" sz="1800" spc="-5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(Intent</a:t>
            </a:r>
            <a:r>
              <a:rPr dirty="0" sz="1800" spc="-60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Detection)That</a:t>
            </a:r>
            <a:r>
              <a:rPr dirty="0" sz="1800" spc="-6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text</a:t>
            </a:r>
            <a:r>
              <a:rPr dirty="0" sz="1800" spc="1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sent</a:t>
            </a:r>
            <a:r>
              <a:rPr dirty="0" sz="1800" spc="-6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trained</a:t>
            </a:r>
            <a:r>
              <a:rPr dirty="0" sz="1800" spc="-2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NLP</a:t>
            </a:r>
            <a:r>
              <a:rPr dirty="0" sz="1800" spc="80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model.The TF-</a:t>
            </a:r>
            <a:r>
              <a:rPr dirty="0" sz="1800">
                <a:latin typeface="Calibri"/>
                <a:cs typeface="Calibri"/>
              </a:rPr>
              <a:t>IDF</a:t>
            </a:r>
            <a:r>
              <a:rPr dirty="0" sz="1800" spc="-75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Vectorizer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converts</a:t>
            </a:r>
            <a:r>
              <a:rPr dirty="0" sz="1800" spc="-3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words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5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numbers</a:t>
            </a:r>
            <a:r>
              <a:rPr dirty="0" sz="1800" spc="-3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4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5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their</a:t>
            </a:r>
            <a:r>
              <a:rPr dirty="0" sz="1800" spc="-85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importance.Then,</a:t>
            </a:r>
            <a:r>
              <a:rPr dirty="0" sz="1800" spc="-15">
                <a:latin typeface="Calibri"/>
                <a:cs typeface="Calibri"/>
              </a:rPr>
              <a:t/>
            </a:r>
            <a:r>
              <a:rPr dirty="0" sz="1800" spc="-50">
                <a:latin typeface="Calibri"/>
                <a:cs typeface="Calibri"/>
              </a:rPr>
              <a:t>a </a:t>
            </a:r>
            <a:r>
              <a:rPr dirty="0" sz="1800">
                <a:latin typeface="Calibri"/>
                <a:cs typeface="Calibri"/>
              </a:rPr>
              <a:t>Logistic</a:t>
            </a:r>
            <a:r>
              <a:rPr dirty="0" sz="1800" spc="-5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Regression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-2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reads</a:t>
            </a:r>
            <a:r>
              <a:rPr dirty="0" sz="1800" spc="-8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those</a:t>
            </a:r>
            <a:r>
              <a:rPr dirty="0" sz="1800" spc="15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numbers</a:t>
            </a:r>
            <a:r>
              <a:rPr dirty="0" sz="1800" spc="-8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decides</a:t>
            </a:r>
            <a:r>
              <a:rPr dirty="0" sz="1800" spc="-1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what</a:t>
            </a:r>
            <a:r>
              <a:rPr dirty="0" sz="1800" spc="-6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user</a:t>
            </a:r>
            <a:r>
              <a:rPr dirty="0" sz="1800" spc="-1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wants</a:t>
            </a:r>
            <a:r>
              <a:rPr dirty="0" sz="1800" spc="-20">
                <a:latin typeface="Calibri"/>
                <a:cs typeface="Calibri"/>
              </a:rPr>
              <a:t/>
            </a:r>
            <a:r>
              <a:rPr dirty="0" sz="1800" spc="-25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do,</a:t>
            </a:r>
            <a:r>
              <a:rPr dirty="0" sz="1800" spc="-8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-5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“play </a:t>
            </a:r>
            <a:r>
              <a:rPr dirty="0" sz="1800" spc="-20">
                <a:latin typeface="Calibri"/>
                <a:cs typeface="Calibri"/>
              </a:rPr>
              <a:t>song,”</a:t>
            </a:r>
            <a:r>
              <a:rPr dirty="0" sz="1800" spc="-10">
                <a:latin typeface="Calibri"/>
                <a:cs typeface="Calibri"/>
              </a:rPr>
              <a:t/>
            </a:r>
            <a:r>
              <a:rPr dirty="0" sz="1800" spc="-20">
                <a:latin typeface="Calibri"/>
                <a:cs typeface="Calibri"/>
              </a:rPr>
              <a:t>“get</a:t>
            </a:r>
            <a:r>
              <a:rPr dirty="0" sz="1800" spc="-70">
                <a:latin typeface="Calibri"/>
                <a:cs typeface="Calibri"/>
              </a:rPr>
              <a:t/>
            </a:r>
            <a:r>
              <a:rPr dirty="0" sz="1800" spc="-35">
                <a:latin typeface="Calibri"/>
                <a:cs typeface="Calibri"/>
              </a:rPr>
              <a:t>weather,”</a:t>
            </a:r>
            <a:r>
              <a:rPr dirty="0" sz="1800" spc="-7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3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“set</a:t>
            </a:r>
            <a:r>
              <a:rPr dirty="0" sz="1800" spc="-10">
                <a:latin typeface="Calibri"/>
                <a:cs typeface="Calibri"/>
              </a:rPr>
              <a:t> note.”</a:t>
            </a:r>
            <a:endParaRPr sz="1800">
              <a:latin typeface="Calibri"/>
              <a:cs typeface="Calibri"/>
            </a:endParaRPr>
          </a:p>
          <a:p>
            <a:pPr marL="694055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short,</a:t>
            </a:r>
            <a:r>
              <a:rPr dirty="0" sz="1800" spc="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assistant</a:t>
            </a:r>
            <a:r>
              <a:rPr dirty="0" sz="1800" spc="10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converts</a:t>
            </a:r>
            <a:r>
              <a:rPr dirty="0" sz="1800" spc="-9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speech</a:t>
            </a:r>
            <a:r>
              <a:rPr dirty="0" sz="1800" spc="-3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4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text</a:t>
            </a:r>
            <a:r>
              <a:rPr dirty="0" sz="1800" spc="-6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45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intent</a:t>
            </a:r>
            <a:r>
              <a:rPr dirty="0" sz="1800" spc="10">
                <a:latin typeface="Calibri"/>
                <a:cs typeface="Calibri"/>
              </a:rPr>
              <a:t/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45">
                <a:latin typeface="Calibri"/>
                <a:cs typeface="Calibri"/>
              </a:rPr>
              <a:t/>
            </a:r>
            <a:r>
              <a:rPr dirty="0" sz="1800" spc="-10">
                <a:latin typeface="Calibri"/>
                <a:cs typeface="Calibri"/>
              </a:rPr>
              <a:t>action.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027" y="450913"/>
            <a:ext cx="7914640" cy="5403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0"/>
              <a:t>Data</a:t>
            </a:r>
            <a:r>
              <a:rPr dirty="0" sz="3350" spc="55"/>
              <a:t/>
            </a:r>
            <a:r>
              <a:rPr dirty="0" sz="3350" spc="245"/>
              <a:t>Management:</a:t>
            </a:r>
            <a:r>
              <a:rPr dirty="0" sz="3350" spc="65"/>
              <a:t/>
            </a:r>
            <a:r>
              <a:rPr dirty="0" sz="3350" spc="204"/>
              <a:t>The</a:t>
            </a:r>
            <a:r>
              <a:rPr dirty="0" sz="3350" spc="35"/>
              <a:t/>
            </a:r>
            <a:r>
              <a:rPr dirty="0" sz="3350" spc="185"/>
              <a:t>SQLite</a:t>
            </a:r>
            <a:r>
              <a:rPr dirty="0" sz="3350" spc="110"/>
              <a:t/>
            </a:r>
            <a:r>
              <a:rPr dirty="0" sz="3350" spc="135"/>
              <a:t>Heart</a:t>
            </a:r>
            <a:endParaRPr sz="3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057400"/>
            <a:ext cx="6496050" cy="61721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01027" y="1406588"/>
            <a:ext cx="13498194" cy="3739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403B4E"/>
                </a:solidFill>
                <a:latin typeface="Arial MT"/>
                <a:cs typeface="Arial MT"/>
              </a:rPr>
              <a:t>Efficient</a:t>
            </a:r>
            <a:r>
              <a:rPr dirty="0" sz="1350" spc="10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r>
              <a:rPr dirty="0" sz="1350" spc="14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>
                <a:solidFill>
                  <a:srgbClr val="403B4E"/>
                </a:solidFill>
                <a:latin typeface="Arial MT"/>
                <a:cs typeface="Arial MT"/>
              </a:rPr>
              <a:t>handling</a:t>
            </a:r>
            <a:r>
              <a:rPr dirty="0" sz="1350" spc="15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>
                <a:solidFill>
                  <a:srgbClr val="403B4E"/>
                </a:solidFill>
                <a:latin typeface="Arial MT"/>
                <a:cs typeface="Arial MT"/>
              </a:rPr>
              <a:t>is</a:t>
            </a:r>
            <a:r>
              <a:rPr dirty="0" sz="1350" spc="8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>
                <a:solidFill>
                  <a:srgbClr val="403B4E"/>
                </a:solidFill>
                <a:latin typeface="Arial MT"/>
                <a:cs typeface="Arial MT"/>
              </a:rPr>
              <a:t>crucial</a:t>
            </a:r>
            <a:r>
              <a:rPr dirty="0" sz="1350" spc="8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 spc="75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350" spc="10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>
                <a:solidFill>
                  <a:srgbClr val="403B4E"/>
                </a:solidFill>
                <a:latin typeface="Arial MT"/>
                <a:cs typeface="Arial MT"/>
              </a:rPr>
              <a:t>personal</a:t>
            </a:r>
            <a:r>
              <a:rPr dirty="0" sz="1350" spc="18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>
                <a:solidFill>
                  <a:srgbClr val="403B4E"/>
                </a:solidFill>
                <a:latin typeface="Arial MT"/>
                <a:cs typeface="Arial MT"/>
              </a:rPr>
              <a:t>assistants,</a:t>
            </a:r>
            <a:r>
              <a:rPr dirty="0" sz="1350" spc="10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>
                <a:solidFill>
                  <a:srgbClr val="403B4E"/>
                </a:solidFill>
                <a:latin typeface="Arial MT"/>
                <a:cs typeface="Arial MT"/>
              </a:rPr>
              <a:t>especially</a:t>
            </a:r>
            <a:r>
              <a:rPr dirty="0" sz="1350" spc="13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 spc="75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350" spc="10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>
                <a:solidFill>
                  <a:srgbClr val="403B4E"/>
                </a:solidFill>
                <a:latin typeface="Arial MT"/>
                <a:cs typeface="Arial MT"/>
              </a:rPr>
              <a:t>features</a:t>
            </a:r>
            <a:r>
              <a:rPr dirty="0" sz="1350" spc="80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>
                <a:solidFill>
                  <a:srgbClr val="403B4E"/>
                </a:solidFill>
                <a:latin typeface="Arial MT"/>
                <a:cs typeface="Arial MT"/>
              </a:rPr>
              <a:t>like</a:t>
            </a:r>
            <a:r>
              <a:rPr dirty="0" sz="1350" spc="135">
                <a:solidFill>
                  <a:srgbClr val="403B4E"/>
                </a:solidFill>
                <a:latin typeface="Arial MT"/>
                <a:cs typeface="Arial MT"/>
              </a:rPr>
              <a:t/>
            </a:r>
            <a:r>
              <a:rPr dirty="0" sz="1350" spc="55">
                <a:solidFill>
                  <a:srgbClr val="403B4E"/>
                </a:solidFill>
                <a:latin typeface="Arial MT"/>
                <a:cs typeface="Arial MT"/>
              </a:rPr>
              <a:t>note-</a:t>
            </a:r>
            <a:r>
              <a:rPr dirty="0" sz="1350" spc="-10">
                <a:solidFill>
                  <a:srgbClr val="403B4E"/>
                </a:solidFill>
                <a:latin typeface="Arial MT"/>
                <a:cs typeface="Arial MT"/>
              </a:rPr>
              <a:t>taking.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350">
              <a:latin typeface="Arial MT"/>
              <a:cs typeface="Arial MT"/>
            </a:endParaRPr>
          </a:p>
          <a:p>
            <a:pPr marL="6939915">
              <a:lnSpc>
                <a:spcPct val="100000"/>
              </a:lnSpc>
            </a:pPr>
            <a:r>
              <a:rPr dirty="0" sz="1700" spc="60" b="1">
                <a:solidFill>
                  <a:srgbClr val="403B4E"/>
                </a:solidFill>
                <a:latin typeface="Cambria"/>
                <a:cs typeface="Cambria"/>
              </a:rPr>
              <a:t>Secure</a:t>
            </a:r>
            <a:r>
              <a:rPr dirty="0" sz="1700" spc="3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700" spc="50" b="1">
                <a:solidFill>
                  <a:srgbClr val="403B4E"/>
                </a:solidFill>
                <a:latin typeface="Cambria"/>
                <a:cs typeface="Cambria"/>
              </a:rPr>
              <a:t>&amp; </a:t>
            </a:r>
            <a:r>
              <a:rPr dirty="0" sz="1700" spc="75" b="1">
                <a:solidFill>
                  <a:srgbClr val="403B4E"/>
                </a:solidFill>
                <a:latin typeface="Cambria"/>
                <a:cs typeface="Cambria"/>
              </a:rPr>
              <a:t>Local</a:t>
            </a:r>
            <a:r>
              <a:rPr dirty="0" sz="1700" spc="25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700" spc="105" b="1">
                <a:solidFill>
                  <a:srgbClr val="403B4E"/>
                </a:solidFill>
                <a:latin typeface="Cambria"/>
                <a:cs typeface="Cambria"/>
              </a:rPr>
              <a:t>Note</a:t>
            </a:r>
            <a:r>
              <a:rPr dirty="0" sz="1700" spc="30" b="1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700" spc="75" b="1">
                <a:solidFill>
                  <a:srgbClr val="403B4E"/>
                </a:solidFill>
                <a:latin typeface="Cambria"/>
                <a:cs typeface="Cambria"/>
              </a:rPr>
              <a:t>Storage</a:t>
            </a:r>
            <a:endParaRPr sz="1700">
              <a:latin typeface="Cambria"/>
              <a:cs typeface="Cambria"/>
            </a:endParaRPr>
          </a:p>
          <a:p>
            <a:pPr marL="6939915" marR="561975">
              <a:lnSpc>
                <a:spcPct val="117100"/>
              </a:lnSpc>
              <a:spcBef>
                <a:spcPts val="1330"/>
              </a:spcBef>
            </a:pPr>
            <a:r>
              <a:rPr dirty="0" sz="1550">
                <a:latin typeface="Calibri"/>
                <a:cs typeface="Calibri"/>
              </a:rPr>
              <a:t>My</a:t>
            </a:r>
            <a:r>
              <a:rPr dirty="0" sz="1550" spc="12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assistant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uses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SQLite,</a:t>
            </a:r>
            <a:r>
              <a:rPr dirty="0" sz="1550" spc="14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simple</a:t>
            </a:r>
            <a:r>
              <a:rPr dirty="0" sz="1550" spc="4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file-based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database</a:t>
            </a:r>
            <a:r>
              <a:rPr dirty="0" sz="1550" spc="12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that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keeps</a:t>
            </a:r>
            <a:r>
              <a:rPr dirty="0" sz="1550" spc="14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all</a:t>
            </a:r>
            <a:r>
              <a:rPr dirty="0" sz="1550" spc="5">
                <a:latin typeface="Calibri"/>
                <a:cs typeface="Calibri"/>
              </a:rPr>
              <a:t/>
            </a:r>
            <a:r>
              <a:rPr dirty="0" sz="1550" spc="-20">
                <a:latin typeface="Calibri"/>
                <a:cs typeface="Calibri"/>
              </a:rPr>
              <a:t>data </a:t>
            </a:r>
            <a:r>
              <a:rPr dirty="0" sz="1550">
                <a:latin typeface="Calibri"/>
                <a:cs typeface="Calibri"/>
              </a:rPr>
              <a:t>safely</a:t>
            </a:r>
            <a:r>
              <a:rPr dirty="0" sz="1550" spc="4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local</a:t>
            </a:r>
            <a:r>
              <a:rPr dirty="0" sz="1550" spc="1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system.</a:t>
            </a:r>
            <a:endParaRPr sz="1550">
              <a:latin typeface="Calibri"/>
              <a:cs typeface="Calibri"/>
            </a:endParaRPr>
          </a:p>
          <a:p>
            <a:pPr marL="7282815" indent="-342900">
              <a:lnSpc>
                <a:spcPct val="100000"/>
              </a:lnSpc>
              <a:spcBef>
                <a:spcPts val="1625"/>
              </a:spcBef>
              <a:buFont typeface="Calibri"/>
              <a:buChar char="•"/>
              <a:tabLst>
                <a:tab pos="7282815" algn="l"/>
              </a:tabLst>
            </a:pPr>
            <a:r>
              <a:rPr dirty="0" sz="1550" b="1">
                <a:latin typeface="Calibri"/>
                <a:cs typeface="Calibri"/>
              </a:rPr>
              <a:t>Simple:</a:t>
            </a:r>
            <a:r>
              <a:rPr dirty="0" sz="1550" spc="90" b="1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No</a:t>
            </a:r>
            <a:r>
              <a:rPr dirty="0" sz="1550" spc="10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server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setup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needed</a:t>
            </a:r>
            <a:r>
              <a:rPr dirty="0" sz="1550" spc="4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—</a:t>
            </a:r>
            <a:r>
              <a:rPr dirty="0" sz="1550" spc="114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easy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manage.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Calibri"/>
              <a:buChar char="•"/>
            </a:pPr>
            <a:endParaRPr sz="1550">
              <a:latin typeface="Calibri"/>
              <a:cs typeface="Calibri"/>
            </a:endParaRPr>
          </a:p>
          <a:p>
            <a:pPr marL="6939915">
              <a:lnSpc>
                <a:spcPct val="100000"/>
              </a:lnSpc>
            </a:pPr>
            <a:r>
              <a:rPr dirty="0" sz="1550" b="1">
                <a:latin typeface="Calibri"/>
                <a:cs typeface="Calibri"/>
              </a:rPr>
              <a:t>Portable:</a:t>
            </a:r>
            <a:r>
              <a:rPr dirty="0" sz="1550" spc="55" b="1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All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data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stored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in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one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single</a:t>
            </a:r>
            <a:r>
              <a:rPr dirty="0" sz="1550" spc="114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file,</a:t>
            </a:r>
            <a:r>
              <a:rPr dirty="0" sz="1550" spc="1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so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it’s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easy</a:t>
            </a:r>
            <a:r>
              <a:rPr dirty="0" sz="1550" spc="2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move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or</a:t>
            </a:r>
            <a:r>
              <a:rPr dirty="0" sz="1550" spc="4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back</a:t>
            </a:r>
            <a:r>
              <a:rPr dirty="0" sz="1550" spc="15">
                <a:latin typeface="Calibri"/>
                <a:cs typeface="Calibri"/>
              </a:rPr>
              <a:t/>
            </a:r>
            <a:r>
              <a:rPr dirty="0" sz="1550" spc="-25">
                <a:latin typeface="Calibri"/>
                <a:cs typeface="Calibri"/>
              </a:rPr>
              <a:t>up.</a:t>
            </a:r>
            <a:endParaRPr sz="1550">
              <a:latin typeface="Calibri"/>
              <a:cs typeface="Calibri"/>
            </a:endParaRPr>
          </a:p>
          <a:p>
            <a:pPr marL="7282815" indent="-342900">
              <a:lnSpc>
                <a:spcPct val="100000"/>
              </a:lnSpc>
              <a:spcBef>
                <a:spcPts val="830"/>
              </a:spcBef>
              <a:buFont typeface="Calibri"/>
              <a:buChar char="•"/>
              <a:tabLst>
                <a:tab pos="7282815" algn="l"/>
              </a:tabLst>
            </a:pPr>
            <a:r>
              <a:rPr dirty="0" sz="1550" b="1">
                <a:latin typeface="Calibri"/>
                <a:cs typeface="Calibri"/>
              </a:rPr>
              <a:t>Reliable:</a:t>
            </a:r>
            <a:r>
              <a:rPr dirty="0" sz="1550" spc="55" b="1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It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ACID-compliant,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which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means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it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keeps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data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safe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accurate.</a:t>
            </a:r>
            <a:endParaRPr sz="1550">
              <a:latin typeface="Calibri"/>
              <a:cs typeface="Calibri"/>
            </a:endParaRPr>
          </a:p>
          <a:p>
            <a:pPr marL="6939915" marR="158115">
              <a:lnSpc>
                <a:spcPct val="117100"/>
              </a:lnSpc>
              <a:spcBef>
                <a:spcPts val="1280"/>
              </a:spcBef>
            </a:pPr>
            <a:r>
              <a:rPr dirty="0" sz="1550">
                <a:latin typeface="Calibri"/>
                <a:cs typeface="Calibri"/>
              </a:rPr>
              <a:t>So,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users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can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save</a:t>
            </a:r>
            <a:r>
              <a:rPr dirty="0" sz="1550" spc="1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view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notes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anytime,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their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information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stays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secure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local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—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not</a:t>
            </a:r>
            <a:r>
              <a:rPr dirty="0" sz="1550" spc="5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5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internet.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7242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30"/>
              </a:spcBef>
            </a:pPr>
            <a:r>
              <a:rPr dirty="0" sz="4400" spc="160"/>
              <a:t>Web</a:t>
            </a:r>
            <a:r>
              <a:rPr dirty="0" sz="4400" spc="125"/>
              <a:t/>
            </a:r>
            <a:r>
              <a:rPr dirty="0" sz="4400" spc="229"/>
              <a:t>Connectivity</a:t>
            </a:r>
            <a:r>
              <a:rPr dirty="0" sz="4400" spc="95"/>
              <a:t> &amp;</a:t>
            </a:r>
            <a:r>
              <a:rPr dirty="0" sz="4400" spc="100"/>
              <a:t/>
            </a:r>
            <a:r>
              <a:rPr dirty="0" sz="4400" spc="210"/>
              <a:t>External</a:t>
            </a:r>
            <a:r>
              <a:rPr dirty="0" sz="4400" spc="95"/>
              <a:t/>
            </a:r>
            <a:r>
              <a:rPr dirty="0" sz="4400" spc="180"/>
              <a:t>Services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781684" y="2407348"/>
            <a:ext cx="908367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libri"/>
                <a:cs typeface="Calibri"/>
              </a:rPr>
              <a:t>Apart</a:t>
            </a:r>
            <a:r>
              <a:rPr dirty="0" sz="2000" spc="-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8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local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tasks,</a:t>
            </a:r>
            <a:r>
              <a:rPr dirty="0" sz="2000" spc="-8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my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assistant</a:t>
            </a:r>
            <a:r>
              <a:rPr dirty="0" sz="2000" spc="-4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connect</a:t>
            </a:r>
            <a:r>
              <a:rPr dirty="0" sz="2000" spc="-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internet</a:t>
            </a:r>
            <a:r>
              <a:rPr dirty="0" sz="2000" spc="-4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>online</a:t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975" y="3276359"/>
            <a:ext cx="990600" cy="6767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50" y="3276359"/>
            <a:ext cx="990600" cy="6767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9050" y="3276359"/>
            <a:ext cx="990600" cy="6767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67825" y="3276359"/>
            <a:ext cx="990600" cy="67675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81684" y="4320476"/>
            <a:ext cx="11403330" cy="150368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80"/>
              </a:spcBef>
              <a:buFont typeface="Calibri"/>
              <a:buChar char="•"/>
              <a:tabLst>
                <a:tab pos="354965" algn="l"/>
              </a:tabLst>
            </a:pPr>
            <a:r>
              <a:rPr dirty="0" sz="1700" b="1">
                <a:latin typeface="Calibri"/>
                <a:cs typeface="Calibri"/>
              </a:rPr>
              <a:t>1.</a:t>
            </a:r>
            <a:r>
              <a:rPr dirty="0" sz="1700" spc="65" b="1">
                <a:latin typeface="Calibri"/>
                <a:cs typeface="Calibri"/>
              </a:rPr>
              <a:t/>
            </a:r>
            <a:r>
              <a:rPr dirty="0" sz="1700" b="1">
                <a:latin typeface="Calibri"/>
                <a:cs typeface="Calibri"/>
              </a:rPr>
              <a:t>requests:</a:t>
            </a:r>
            <a:r>
              <a:rPr dirty="0" sz="1700" spc="130" b="1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Used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get</a:t>
            </a:r>
            <a:r>
              <a:rPr dirty="0" sz="1550" spc="10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real-time</a:t>
            </a:r>
            <a:r>
              <a:rPr dirty="0" sz="1550" spc="1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data</a:t>
            </a:r>
            <a:r>
              <a:rPr dirty="0" sz="1550" spc="10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from</a:t>
            </a:r>
            <a:r>
              <a:rPr dirty="0" sz="1550" spc="3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internet,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like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weather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information</a:t>
            </a:r>
            <a:r>
              <a:rPr dirty="0" sz="1550" spc="10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through</a:t>
            </a:r>
            <a:r>
              <a:rPr dirty="0" sz="1550" spc="10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APIs.</a:t>
            </a:r>
            <a:endParaRPr sz="15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Calibri"/>
              <a:buChar char="•"/>
              <a:tabLst>
                <a:tab pos="354965" algn="l"/>
              </a:tabLst>
            </a:pPr>
            <a:r>
              <a:rPr dirty="0" sz="1700" b="1">
                <a:latin typeface="Calibri"/>
                <a:cs typeface="Calibri"/>
              </a:rPr>
              <a:t>2.</a:t>
            </a:r>
            <a:r>
              <a:rPr dirty="0" sz="1700" spc="65" b="1">
                <a:latin typeface="Calibri"/>
                <a:cs typeface="Calibri"/>
              </a:rPr>
              <a:t/>
            </a:r>
            <a:r>
              <a:rPr dirty="0" sz="1700" b="1">
                <a:latin typeface="Calibri"/>
                <a:cs typeface="Calibri"/>
              </a:rPr>
              <a:t>webbrowser:</a:t>
            </a:r>
            <a:r>
              <a:rPr dirty="0" sz="1700" spc="85" b="1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Helps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open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websites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directly</a:t>
            </a:r>
            <a:r>
              <a:rPr dirty="0" sz="1550" spc="114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in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3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computer’s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default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browser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—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for</a:t>
            </a:r>
            <a:r>
              <a:rPr dirty="0" sz="1550" spc="1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example,</a:t>
            </a:r>
            <a:r>
              <a:rPr dirty="0" sz="1550" spc="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YouTube</a:t>
            </a:r>
            <a:r>
              <a:rPr dirty="0" sz="1550" spc="12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or</a:t>
            </a:r>
            <a:r>
              <a:rPr dirty="0" sz="1550" spc="13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any</a:t>
            </a:r>
            <a:r>
              <a:rPr dirty="0" sz="1550" spc="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link</a:t>
            </a:r>
            <a:r>
              <a:rPr dirty="0" sz="1550" spc="2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user</a:t>
            </a:r>
            <a:r>
              <a:rPr dirty="0" sz="1550" spc="13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says.</a:t>
            </a:r>
            <a:endParaRPr sz="15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10"/>
              </a:spcBef>
              <a:buFont typeface="Calibri"/>
              <a:buChar char="•"/>
              <a:tabLst>
                <a:tab pos="354965" algn="l"/>
              </a:tabLst>
            </a:pPr>
            <a:r>
              <a:rPr dirty="0" sz="1700" b="1">
                <a:latin typeface="Calibri"/>
                <a:cs typeface="Calibri"/>
              </a:rPr>
              <a:t>3.</a:t>
            </a:r>
            <a:r>
              <a:rPr dirty="0" sz="1700" spc="60" b="1">
                <a:latin typeface="Calibri"/>
                <a:cs typeface="Calibri"/>
              </a:rPr>
              <a:t/>
            </a:r>
            <a:r>
              <a:rPr dirty="0" sz="1700" b="1">
                <a:latin typeface="Calibri"/>
                <a:cs typeface="Calibri"/>
              </a:rPr>
              <a:t>Wikipedia:</a:t>
            </a:r>
            <a:r>
              <a:rPr dirty="0" sz="1700" spc="70" b="1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Allows</a:t>
            </a:r>
            <a:r>
              <a:rPr dirty="0" sz="1550" spc="16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assistant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search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topics</a:t>
            </a:r>
            <a:r>
              <a:rPr dirty="0" sz="1550" spc="7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Wikipedia</a:t>
            </a:r>
            <a:r>
              <a:rPr dirty="0" sz="1550" spc="8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9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show</a:t>
            </a:r>
            <a:r>
              <a:rPr dirty="0" sz="1550" spc="9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short,</a:t>
            </a:r>
            <a:r>
              <a:rPr dirty="0" sz="1550" spc="15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useful</a:t>
            </a:r>
            <a:r>
              <a:rPr dirty="0" sz="1550" spc="10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information.</a:t>
            </a:r>
            <a:endParaRPr sz="15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Calibri"/>
              <a:buChar char="•"/>
              <a:tabLst>
                <a:tab pos="354965" algn="l"/>
              </a:tabLst>
            </a:pPr>
            <a:r>
              <a:rPr dirty="0" sz="1700" b="1">
                <a:latin typeface="Calibri"/>
                <a:cs typeface="Calibri"/>
              </a:rPr>
              <a:t>4.</a:t>
            </a:r>
            <a:r>
              <a:rPr dirty="0" sz="1700" spc="60" b="1">
                <a:latin typeface="Calibri"/>
                <a:cs typeface="Calibri"/>
              </a:rPr>
              <a:t/>
            </a:r>
            <a:r>
              <a:rPr dirty="0" sz="1700" b="1">
                <a:latin typeface="Calibri"/>
                <a:cs typeface="Calibri"/>
              </a:rPr>
              <a:t>pywhatkit:</a:t>
            </a:r>
            <a:r>
              <a:rPr dirty="0" sz="1700" spc="85" b="1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Used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play</a:t>
            </a:r>
            <a:r>
              <a:rPr dirty="0" sz="1550" spc="3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any</a:t>
            </a:r>
            <a:r>
              <a:rPr dirty="0" sz="1550" spc="11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song</a:t>
            </a:r>
            <a:r>
              <a:rPr dirty="0" sz="1550" spc="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6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YouTube</a:t>
            </a:r>
            <a:r>
              <a:rPr dirty="0" sz="1550" spc="12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automatically</a:t>
            </a:r>
            <a:r>
              <a:rPr dirty="0" sz="1550" spc="25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based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7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80">
                <a:latin typeface="Calibri"/>
                <a:cs typeface="Calibri"/>
              </a:rPr>
              <a:t/>
            </a:r>
            <a:r>
              <a:rPr dirty="0" sz="1550">
                <a:latin typeface="Calibri"/>
                <a:cs typeface="Calibri"/>
              </a:rPr>
              <a:t>user’s</a:t>
            </a:r>
            <a:r>
              <a:rPr dirty="0" sz="1550" spc="45">
                <a:latin typeface="Calibri"/>
                <a:cs typeface="Calibri"/>
              </a:rPr>
              <a:t/>
            </a:r>
            <a:r>
              <a:rPr dirty="0" sz="1550" spc="-10">
                <a:latin typeface="Calibri"/>
                <a:cs typeface="Calibri"/>
              </a:rPr>
              <a:t>command.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3382" rIns="0" bIns="0" rtlCol="0" vert="horz">
            <a:spAutoFit/>
          </a:bodyPr>
          <a:lstStyle/>
          <a:p>
            <a:pPr marL="5617845" marR="5080">
              <a:lnSpc>
                <a:spcPts val="4810"/>
              </a:lnSpc>
            </a:pPr>
            <a:r>
              <a:rPr dirty="0" spc="204"/>
              <a:t>Conclusion:</a:t>
            </a:r>
            <a:r>
              <a:rPr dirty="0" spc="55"/>
              <a:t/>
            </a:r>
            <a:r>
              <a:rPr dirty="0" spc="195"/>
              <a:t>A</a:t>
            </a:r>
            <a:r>
              <a:rPr dirty="0" spc="90"/>
              <a:t/>
            </a:r>
            <a:r>
              <a:rPr dirty="0" spc="185"/>
              <a:t>Stepping</a:t>
            </a:r>
            <a:r>
              <a:rPr dirty="0" spc="25"/>
              <a:t/>
            </a:r>
            <a:r>
              <a:rPr dirty="0" spc="220"/>
              <a:t>Stone</a:t>
            </a:r>
            <a:r>
              <a:rPr dirty="0" spc="80"/>
              <a:t/>
            </a:r>
            <a:r>
              <a:rPr dirty="0" spc="140"/>
              <a:t>to Advanced</a:t>
            </a:r>
            <a:r>
              <a:rPr dirty="0" spc="20"/>
              <a:t/>
            </a:r>
            <a:r>
              <a:rPr dirty="0" spc="200"/>
              <a:t>AI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6173215" y="3210941"/>
            <a:ext cx="7780020" cy="1769745"/>
            <a:chOff x="6173215" y="3210941"/>
            <a:chExt cx="7780020" cy="1769745"/>
          </a:xfrm>
        </p:grpSpPr>
        <p:sp>
          <p:nvSpPr>
            <p:cNvPr id="5" name="object 5" descr=""/>
            <p:cNvSpPr/>
            <p:nvPr/>
          </p:nvSpPr>
          <p:spPr>
            <a:xfrm>
              <a:off x="6177025" y="3214751"/>
              <a:ext cx="7772400" cy="1762125"/>
            </a:xfrm>
            <a:custGeom>
              <a:avLst/>
              <a:gdLst/>
              <a:ahLst/>
              <a:cxnLst/>
              <a:rect l="l" t="t" r="r" b="b"/>
              <a:pathLst>
                <a:path w="7772400" h="1762125">
                  <a:moveTo>
                    <a:pt x="7304405" y="0"/>
                  </a:moveTo>
                  <a:lnTo>
                    <a:pt x="467868" y="0"/>
                  </a:lnTo>
                  <a:lnTo>
                    <a:pt x="420023" y="2415"/>
                  </a:lnTo>
                  <a:lnTo>
                    <a:pt x="373562" y="9503"/>
                  </a:lnTo>
                  <a:lnTo>
                    <a:pt x="328720" y="21030"/>
                  </a:lnTo>
                  <a:lnTo>
                    <a:pt x="285732" y="36760"/>
                  </a:lnTo>
                  <a:lnTo>
                    <a:pt x="244832" y="56459"/>
                  </a:lnTo>
                  <a:lnTo>
                    <a:pt x="206257" y="79891"/>
                  </a:lnTo>
                  <a:lnTo>
                    <a:pt x="170240" y="106822"/>
                  </a:lnTo>
                  <a:lnTo>
                    <a:pt x="137017" y="137017"/>
                  </a:lnTo>
                  <a:lnTo>
                    <a:pt x="106822" y="170240"/>
                  </a:lnTo>
                  <a:lnTo>
                    <a:pt x="79891" y="206257"/>
                  </a:lnTo>
                  <a:lnTo>
                    <a:pt x="56459" y="244832"/>
                  </a:lnTo>
                  <a:lnTo>
                    <a:pt x="36760" y="285732"/>
                  </a:lnTo>
                  <a:lnTo>
                    <a:pt x="21030" y="328720"/>
                  </a:lnTo>
                  <a:lnTo>
                    <a:pt x="9503" y="373562"/>
                  </a:lnTo>
                  <a:lnTo>
                    <a:pt x="2415" y="420023"/>
                  </a:lnTo>
                  <a:lnTo>
                    <a:pt x="0" y="467868"/>
                  </a:lnTo>
                  <a:lnTo>
                    <a:pt x="0" y="1294129"/>
                  </a:lnTo>
                  <a:lnTo>
                    <a:pt x="2415" y="1341976"/>
                  </a:lnTo>
                  <a:lnTo>
                    <a:pt x="9503" y="1388441"/>
                  </a:lnTo>
                  <a:lnTo>
                    <a:pt x="21030" y="1433289"/>
                  </a:lnTo>
                  <a:lnTo>
                    <a:pt x="36760" y="1476285"/>
                  </a:lnTo>
                  <a:lnTo>
                    <a:pt x="56459" y="1517194"/>
                  </a:lnTo>
                  <a:lnTo>
                    <a:pt x="79891" y="1555781"/>
                  </a:lnTo>
                  <a:lnTo>
                    <a:pt x="106822" y="1591809"/>
                  </a:lnTo>
                  <a:lnTo>
                    <a:pt x="137017" y="1625044"/>
                  </a:lnTo>
                  <a:lnTo>
                    <a:pt x="170240" y="1655250"/>
                  </a:lnTo>
                  <a:lnTo>
                    <a:pt x="206257" y="1682193"/>
                  </a:lnTo>
                  <a:lnTo>
                    <a:pt x="244832" y="1705636"/>
                  </a:lnTo>
                  <a:lnTo>
                    <a:pt x="285732" y="1725344"/>
                  </a:lnTo>
                  <a:lnTo>
                    <a:pt x="328720" y="1741083"/>
                  </a:lnTo>
                  <a:lnTo>
                    <a:pt x="373562" y="1752616"/>
                  </a:lnTo>
                  <a:lnTo>
                    <a:pt x="420023" y="1759708"/>
                  </a:lnTo>
                  <a:lnTo>
                    <a:pt x="467868" y="1762125"/>
                  </a:lnTo>
                  <a:lnTo>
                    <a:pt x="7304405" y="1762125"/>
                  </a:lnTo>
                  <a:lnTo>
                    <a:pt x="7352251" y="1759708"/>
                  </a:lnTo>
                  <a:lnTo>
                    <a:pt x="7398716" y="1752616"/>
                  </a:lnTo>
                  <a:lnTo>
                    <a:pt x="7443564" y="1741083"/>
                  </a:lnTo>
                  <a:lnTo>
                    <a:pt x="7486560" y="1725344"/>
                  </a:lnTo>
                  <a:lnTo>
                    <a:pt x="7527469" y="1705636"/>
                  </a:lnTo>
                  <a:lnTo>
                    <a:pt x="7566056" y="1682193"/>
                  </a:lnTo>
                  <a:lnTo>
                    <a:pt x="7602084" y="1655250"/>
                  </a:lnTo>
                  <a:lnTo>
                    <a:pt x="7635319" y="1625044"/>
                  </a:lnTo>
                  <a:lnTo>
                    <a:pt x="7665525" y="1591809"/>
                  </a:lnTo>
                  <a:lnTo>
                    <a:pt x="7692468" y="1555781"/>
                  </a:lnTo>
                  <a:lnTo>
                    <a:pt x="7715911" y="1517194"/>
                  </a:lnTo>
                  <a:lnTo>
                    <a:pt x="7735619" y="1476285"/>
                  </a:lnTo>
                  <a:lnTo>
                    <a:pt x="7751358" y="1433289"/>
                  </a:lnTo>
                  <a:lnTo>
                    <a:pt x="7762891" y="1388441"/>
                  </a:lnTo>
                  <a:lnTo>
                    <a:pt x="7769983" y="1341976"/>
                  </a:lnTo>
                  <a:lnTo>
                    <a:pt x="7772400" y="1294129"/>
                  </a:lnTo>
                  <a:lnTo>
                    <a:pt x="7772400" y="467868"/>
                  </a:lnTo>
                  <a:lnTo>
                    <a:pt x="7769983" y="420023"/>
                  </a:lnTo>
                  <a:lnTo>
                    <a:pt x="7762891" y="373562"/>
                  </a:lnTo>
                  <a:lnTo>
                    <a:pt x="7751358" y="328720"/>
                  </a:lnTo>
                  <a:lnTo>
                    <a:pt x="7735619" y="285732"/>
                  </a:lnTo>
                  <a:lnTo>
                    <a:pt x="7715911" y="244832"/>
                  </a:lnTo>
                  <a:lnTo>
                    <a:pt x="7692468" y="206257"/>
                  </a:lnTo>
                  <a:lnTo>
                    <a:pt x="7665525" y="170240"/>
                  </a:lnTo>
                  <a:lnTo>
                    <a:pt x="7635319" y="137017"/>
                  </a:lnTo>
                  <a:lnTo>
                    <a:pt x="7602084" y="106822"/>
                  </a:lnTo>
                  <a:lnTo>
                    <a:pt x="7566056" y="79891"/>
                  </a:lnTo>
                  <a:lnTo>
                    <a:pt x="7527469" y="56459"/>
                  </a:lnTo>
                  <a:lnTo>
                    <a:pt x="7486560" y="36760"/>
                  </a:lnTo>
                  <a:lnTo>
                    <a:pt x="7443564" y="21030"/>
                  </a:lnTo>
                  <a:lnTo>
                    <a:pt x="7398716" y="9503"/>
                  </a:lnTo>
                  <a:lnTo>
                    <a:pt x="7352251" y="2415"/>
                  </a:lnTo>
                  <a:lnTo>
                    <a:pt x="7304405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77025" y="3214751"/>
              <a:ext cx="7772400" cy="1762125"/>
            </a:xfrm>
            <a:custGeom>
              <a:avLst/>
              <a:gdLst/>
              <a:ahLst/>
              <a:cxnLst/>
              <a:rect l="l" t="t" r="r" b="b"/>
              <a:pathLst>
                <a:path w="7772400" h="1762125">
                  <a:moveTo>
                    <a:pt x="0" y="467868"/>
                  </a:moveTo>
                  <a:lnTo>
                    <a:pt x="2415" y="420023"/>
                  </a:lnTo>
                  <a:lnTo>
                    <a:pt x="9503" y="373562"/>
                  </a:lnTo>
                  <a:lnTo>
                    <a:pt x="21030" y="328720"/>
                  </a:lnTo>
                  <a:lnTo>
                    <a:pt x="36760" y="285732"/>
                  </a:lnTo>
                  <a:lnTo>
                    <a:pt x="56459" y="244832"/>
                  </a:lnTo>
                  <a:lnTo>
                    <a:pt x="79891" y="206257"/>
                  </a:lnTo>
                  <a:lnTo>
                    <a:pt x="106822" y="170240"/>
                  </a:lnTo>
                  <a:lnTo>
                    <a:pt x="137017" y="137017"/>
                  </a:lnTo>
                  <a:lnTo>
                    <a:pt x="170240" y="106822"/>
                  </a:lnTo>
                  <a:lnTo>
                    <a:pt x="206257" y="79891"/>
                  </a:lnTo>
                  <a:lnTo>
                    <a:pt x="244832" y="56459"/>
                  </a:lnTo>
                  <a:lnTo>
                    <a:pt x="285732" y="36760"/>
                  </a:lnTo>
                  <a:lnTo>
                    <a:pt x="328720" y="21030"/>
                  </a:lnTo>
                  <a:lnTo>
                    <a:pt x="373562" y="9503"/>
                  </a:lnTo>
                  <a:lnTo>
                    <a:pt x="420023" y="2415"/>
                  </a:lnTo>
                  <a:lnTo>
                    <a:pt x="467868" y="0"/>
                  </a:lnTo>
                  <a:lnTo>
                    <a:pt x="7304405" y="0"/>
                  </a:lnTo>
                  <a:lnTo>
                    <a:pt x="7352251" y="2415"/>
                  </a:lnTo>
                  <a:lnTo>
                    <a:pt x="7398716" y="9503"/>
                  </a:lnTo>
                  <a:lnTo>
                    <a:pt x="7443564" y="21030"/>
                  </a:lnTo>
                  <a:lnTo>
                    <a:pt x="7486560" y="36760"/>
                  </a:lnTo>
                  <a:lnTo>
                    <a:pt x="7527469" y="56459"/>
                  </a:lnTo>
                  <a:lnTo>
                    <a:pt x="7566056" y="79891"/>
                  </a:lnTo>
                  <a:lnTo>
                    <a:pt x="7602084" y="106822"/>
                  </a:lnTo>
                  <a:lnTo>
                    <a:pt x="7635319" y="137017"/>
                  </a:lnTo>
                  <a:lnTo>
                    <a:pt x="7665525" y="170240"/>
                  </a:lnTo>
                  <a:lnTo>
                    <a:pt x="7692468" y="206257"/>
                  </a:lnTo>
                  <a:lnTo>
                    <a:pt x="7715911" y="244832"/>
                  </a:lnTo>
                  <a:lnTo>
                    <a:pt x="7735619" y="285732"/>
                  </a:lnTo>
                  <a:lnTo>
                    <a:pt x="7751358" y="328720"/>
                  </a:lnTo>
                  <a:lnTo>
                    <a:pt x="7762891" y="373562"/>
                  </a:lnTo>
                  <a:lnTo>
                    <a:pt x="7769983" y="420023"/>
                  </a:lnTo>
                  <a:lnTo>
                    <a:pt x="7772400" y="467868"/>
                  </a:lnTo>
                  <a:lnTo>
                    <a:pt x="7772400" y="1294129"/>
                  </a:lnTo>
                  <a:lnTo>
                    <a:pt x="7769983" y="1341976"/>
                  </a:lnTo>
                  <a:lnTo>
                    <a:pt x="7762891" y="1388441"/>
                  </a:lnTo>
                  <a:lnTo>
                    <a:pt x="7751358" y="1433289"/>
                  </a:lnTo>
                  <a:lnTo>
                    <a:pt x="7735619" y="1476285"/>
                  </a:lnTo>
                  <a:lnTo>
                    <a:pt x="7715911" y="1517194"/>
                  </a:lnTo>
                  <a:lnTo>
                    <a:pt x="7692468" y="1555781"/>
                  </a:lnTo>
                  <a:lnTo>
                    <a:pt x="7665525" y="1591809"/>
                  </a:lnTo>
                  <a:lnTo>
                    <a:pt x="7635319" y="1625044"/>
                  </a:lnTo>
                  <a:lnTo>
                    <a:pt x="7602084" y="1655250"/>
                  </a:lnTo>
                  <a:lnTo>
                    <a:pt x="7566056" y="1682193"/>
                  </a:lnTo>
                  <a:lnTo>
                    <a:pt x="7527469" y="1705636"/>
                  </a:lnTo>
                  <a:lnTo>
                    <a:pt x="7486560" y="1725344"/>
                  </a:lnTo>
                  <a:lnTo>
                    <a:pt x="7443564" y="1741083"/>
                  </a:lnTo>
                  <a:lnTo>
                    <a:pt x="7398716" y="1752616"/>
                  </a:lnTo>
                  <a:lnTo>
                    <a:pt x="7352251" y="1759708"/>
                  </a:lnTo>
                  <a:lnTo>
                    <a:pt x="7304405" y="1762125"/>
                  </a:lnTo>
                  <a:lnTo>
                    <a:pt x="467868" y="1762125"/>
                  </a:lnTo>
                  <a:lnTo>
                    <a:pt x="420023" y="1759708"/>
                  </a:lnTo>
                  <a:lnTo>
                    <a:pt x="373562" y="1752616"/>
                  </a:lnTo>
                  <a:lnTo>
                    <a:pt x="328720" y="1741083"/>
                  </a:lnTo>
                  <a:lnTo>
                    <a:pt x="285732" y="1725344"/>
                  </a:lnTo>
                  <a:lnTo>
                    <a:pt x="244832" y="1705636"/>
                  </a:lnTo>
                  <a:lnTo>
                    <a:pt x="206257" y="1682193"/>
                  </a:lnTo>
                  <a:lnTo>
                    <a:pt x="170240" y="1655250"/>
                  </a:lnTo>
                  <a:lnTo>
                    <a:pt x="137017" y="1625044"/>
                  </a:lnTo>
                  <a:lnTo>
                    <a:pt x="106822" y="1591809"/>
                  </a:lnTo>
                  <a:lnTo>
                    <a:pt x="79891" y="1555781"/>
                  </a:lnTo>
                  <a:lnTo>
                    <a:pt x="56459" y="1517194"/>
                  </a:lnTo>
                  <a:lnTo>
                    <a:pt x="36760" y="1476285"/>
                  </a:lnTo>
                  <a:lnTo>
                    <a:pt x="21030" y="1433289"/>
                  </a:lnTo>
                  <a:lnTo>
                    <a:pt x="9503" y="1388441"/>
                  </a:lnTo>
                  <a:lnTo>
                    <a:pt x="2415" y="1341976"/>
                  </a:lnTo>
                  <a:lnTo>
                    <a:pt x="0" y="1294129"/>
                  </a:lnTo>
                  <a:lnTo>
                    <a:pt x="0" y="467868"/>
                  </a:lnTo>
                  <a:close/>
                </a:path>
              </a:pathLst>
            </a:custGeom>
            <a:ln w="762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6173215" y="5163565"/>
            <a:ext cx="7780020" cy="2226945"/>
            <a:chOff x="6173215" y="5163565"/>
            <a:chExt cx="7780020" cy="2226945"/>
          </a:xfrm>
        </p:grpSpPr>
        <p:sp>
          <p:nvSpPr>
            <p:cNvPr id="8" name="object 8" descr=""/>
            <p:cNvSpPr/>
            <p:nvPr/>
          </p:nvSpPr>
          <p:spPr>
            <a:xfrm>
              <a:off x="6177025" y="5167375"/>
              <a:ext cx="7772400" cy="2219325"/>
            </a:xfrm>
            <a:custGeom>
              <a:avLst/>
              <a:gdLst/>
              <a:ahLst/>
              <a:cxnLst/>
              <a:rect l="l" t="t" r="r" b="b"/>
              <a:pathLst>
                <a:path w="7772400" h="2219325">
                  <a:moveTo>
                    <a:pt x="7302500" y="0"/>
                  </a:moveTo>
                  <a:lnTo>
                    <a:pt x="469773" y="0"/>
                  </a:lnTo>
                  <a:lnTo>
                    <a:pt x="421739" y="2425"/>
                  </a:lnTo>
                  <a:lnTo>
                    <a:pt x="375093" y="9543"/>
                  </a:lnTo>
                  <a:lnTo>
                    <a:pt x="330072" y="21118"/>
                  </a:lnTo>
                  <a:lnTo>
                    <a:pt x="286910" y="36915"/>
                  </a:lnTo>
                  <a:lnTo>
                    <a:pt x="245845" y="56696"/>
                  </a:lnTo>
                  <a:lnTo>
                    <a:pt x="207112" y="80226"/>
                  </a:lnTo>
                  <a:lnTo>
                    <a:pt x="170948" y="107269"/>
                  </a:lnTo>
                  <a:lnTo>
                    <a:pt x="137588" y="137588"/>
                  </a:lnTo>
                  <a:lnTo>
                    <a:pt x="107269" y="170948"/>
                  </a:lnTo>
                  <a:lnTo>
                    <a:pt x="80226" y="207112"/>
                  </a:lnTo>
                  <a:lnTo>
                    <a:pt x="56696" y="245845"/>
                  </a:lnTo>
                  <a:lnTo>
                    <a:pt x="36915" y="286910"/>
                  </a:lnTo>
                  <a:lnTo>
                    <a:pt x="21118" y="330072"/>
                  </a:lnTo>
                  <a:lnTo>
                    <a:pt x="9543" y="375093"/>
                  </a:lnTo>
                  <a:lnTo>
                    <a:pt x="2425" y="421739"/>
                  </a:lnTo>
                  <a:lnTo>
                    <a:pt x="0" y="469773"/>
                  </a:lnTo>
                  <a:lnTo>
                    <a:pt x="0" y="1749425"/>
                  </a:lnTo>
                  <a:lnTo>
                    <a:pt x="2425" y="1797465"/>
                  </a:lnTo>
                  <a:lnTo>
                    <a:pt x="9543" y="1844117"/>
                  </a:lnTo>
                  <a:lnTo>
                    <a:pt x="21118" y="1889145"/>
                  </a:lnTo>
                  <a:lnTo>
                    <a:pt x="36915" y="1932313"/>
                  </a:lnTo>
                  <a:lnTo>
                    <a:pt x="56696" y="1973383"/>
                  </a:lnTo>
                  <a:lnTo>
                    <a:pt x="80226" y="2012121"/>
                  </a:lnTo>
                  <a:lnTo>
                    <a:pt x="107269" y="2048291"/>
                  </a:lnTo>
                  <a:lnTo>
                    <a:pt x="137588" y="2081655"/>
                  </a:lnTo>
                  <a:lnTo>
                    <a:pt x="170948" y="2111978"/>
                  </a:lnTo>
                  <a:lnTo>
                    <a:pt x="207112" y="2139024"/>
                  </a:lnTo>
                  <a:lnTo>
                    <a:pt x="245845" y="2162557"/>
                  </a:lnTo>
                  <a:lnTo>
                    <a:pt x="286910" y="2182341"/>
                  </a:lnTo>
                  <a:lnTo>
                    <a:pt x="330072" y="2198139"/>
                  </a:lnTo>
                  <a:lnTo>
                    <a:pt x="375093" y="2209716"/>
                  </a:lnTo>
                  <a:lnTo>
                    <a:pt x="421739" y="2216835"/>
                  </a:lnTo>
                  <a:lnTo>
                    <a:pt x="469773" y="2219261"/>
                  </a:lnTo>
                  <a:lnTo>
                    <a:pt x="7302500" y="2219261"/>
                  </a:lnTo>
                  <a:lnTo>
                    <a:pt x="7350535" y="2216835"/>
                  </a:lnTo>
                  <a:lnTo>
                    <a:pt x="7397184" y="2209716"/>
                  </a:lnTo>
                  <a:lnTo>
                    <a:pt x="7442212" y="2198139"/>
                  </a:lnTo>
                  <a:lnTo>
                    <a:pt x="7485381" y="2182341"/>
                  </a:lnTo>
                  <a:lnTo>
                    <a:pt x="7526456" y="2162557"/>
                  </a:lnTo>
                  <a:lnTo>
                    <a:pt x="7565200" y="2139024"/>
                  </a:lnTo>
                  <a:lnTo>
                    <a:pt x="7601376" y="2111978"/>
                  </a:lnTo>
                  <a:lnTo>
                    <a:pt x="7634747" y="2081655"/>
                  </a:lnTo>
                  <a:lnTo>
                    <a:pt x="7665079" y="2048291"/>
                  </a:lnTo>
                  <a:lnTo>
                    <a:pt x="7692133" y="2012121"/>
                  </a:lnTo>
                  <a:lnTo>
                    <a:pt x="7715674" y="1973383"/>
                  </a:lnTo>
                  <a:lnTo>
                    <a:pt x="7735464" y="1932313"/>
                  </a:lnTo>
                  <a:lnTo>
                    <a:pt x="7751269" y="1889145"/>
                  </a:lnTo>
                  <a:lnTo>
                    <a:pt x="7762850" y="1844117"/>
                  </a:lnTo>
                  <a:lnTo>
                    <a:pt x="7769973" y="1797465"/>
                  </a:lnTo>
                  <a:lnTo>
                    <a:pt x="7772400" y="1749425"/>
                  </a:lnTo>
                  <a:lnTo>
                    <a:pt x="7772400" y="469773"/>
                  </a:lnTo>
                  <a:lnTo>
                    <a:pt x="7769973" y="421739"/>
                  </a:lnTo>
                  <a:lnTo>
                    <a:pt x="7762850" y="375093"/>
                  </a:lnTo>
                  <a:lnTo>
                    <a:pt x="7751269" y="330072"/>
                  </a:lnTo>
                  <a:lnTo>
                    <a:pt x="7735464" y="286910"/>
                  </a:lnTo>
                  <a:lnTo>
                    <a:pt x="7715674" y="245845"/>
                  </a:lnTo>
                  <a:lnTo>
                    <a:pt x="7692133" y="207112"/>
                  </a:lnTo>
                  <a:lnTo>
                    <a:pt x="7665079" y="170948"/>
                  </a:lnTo>
                  <a:lnTo>
                    <a:pt x="7634747" y="137588"/>
                  </a:lnTo>
                  <a:lnTo>
                    <a:pt x="7601376" y="107269"/>
                  </a:lnTo>
                  <a:lnTo>
                    <a:pt x="7565200" y="80226"/>
                  </a:lnTo>
                  <a:lnTo>
                    <a:pt x="7526456" y="56696"/>
                  </a:lnTo>
                  <a:lnTo>
                    <a:pt x="7485381" y="36915"/>
                  </a:lnTo>
                  <a:lnTo>
                    <a:pt x="7442212" y="21118"/>
                  </a:lnTo>
                  <a:lnTo>
                    <a:pt x="7397184" y="9543"/>
                  </a:lnTo>
                  <a:lnTo>
                    <a:pt x="7350535" y="2425"/>
                  </a:lnTo>
                  <a:lnTo>
                    <a:pt x="7302500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177025" y="5167375"/>
              <a:ext cx="7772400" cy="2219325"/>
            </a:xfrm>
            <a:custGeom>
              <a:avLst/>
              <a:gdLst/>
              <a:ahLst/>
              <a:cxnLst/>
              <a:rect l="l" t="t" r="r" b="b"/>
              <a:pathLst>
                <a:path w="7772400" h="2219325">
                  <a:moveTo>
                    <a:pt x="0" y="469773"/>
                  </a:moveTo>
                  <a:lnTo>
                    <a:pt x="2425" y="421739"/>
                  </a:lnTo>
                  <a:lnTo>
                    <a:pt x="9543" y="375093"/>
                  </a:lnTo>
                  <a:lnTo>
                    <a:pt x="21118" y="330072"/>
                  </a:lnTo>
                  <a:lnTo>
                    <a:pt x="36915" y="286910"/>
                  </a:lnTo>
                  <a:lnTo>
                    <a:pt x="56696" y="245845"/>
                  </a:lnTo>
                  <a:lnTo>
                    <a:pt x="80226" y="207112"/>
                  </a:lnTo>
                  <a:lnTo>
                    <a:pt x="107269" y="170948"/>
                  </a:lnTo>
                  <a:lnTo>
                    <a:pt x="137588" y="137588"/>
                  </a:lnTo>
                  <a:lnTo>
                    <a:pt x="170948" y="107269"/>
                  </a:lnTo>
                  <a:lnTo>
                    <a:pt x="207112" y="80226"/>
                  </a:lnTo>
                  <a:lnTo>
                    <a:pt x="245845" y="56696"/>
                  </a:lnTo>
                  <a:lnTo>
                    <a:pt x="286910" y="36915"/>
                  </a:lnTo>
                  <a:lnTo>
                    <a:pt x="330072" y="21118"/>
                  </a:lnTo>
                  <a:lnTo>
                    <a:pt x="375093" y="9543"/>
                  </a:lnTo>
                  <a:lnTo>
                    <a:pt x="421739" y="2425"/>
                  </a:lnTo>
                  <a:lnTo>
                    <a:pt x="469773" y="0"/>
                  </a:lnTo>
                  <a:lnTo>
                    <a:pt x="7302500" y="0"/>
                  </a:lnTo>
                  <a:lnTo>
                    <a:pt x="7350535" y="2425"/>
                  </a:lnTo>
                  <a:lnTo>
                    <a:pt x="7397184" y="9543"/>
                  </a:lnTo>
                  <a:lnTo>
                    <a:pt x="7442212" y="21118"/>
                  </a:lnTo>
                  <a:lnTo>
                    <a:pt x="7485381" y="36915"/>
                  </a:lnTo>
                  <a:lnTo>
                    <a:pt x="7526456" y="56696"/>
                  </a:lnTo>
                  <a:lnTo>
                    <a:pt x="7565200" y="80226"/>
                  </a:lnTo>
                  <a:lnTo>
                    <a:pt x="7601376" y="107269"/>
                  </a:lnTo>
                  <a:lnTo>
                    <a:pt x="7634747" y="137588"/>
                  </a:lnTo>
                  <a:lnTo>
                    <a:pt x="7665079" y="170948"/>
                  </a:lnTo>
                  <a:lnTo>
                    <a:pt x="7692133" y="207112"/>
                  </a:lnTo>
                  <a:lnTo>
                    <a:pt x="7715674" y="245845"/>
                  </a:lnTo>
                  <a:lnTo>
                    <a:pt x="7735464" y="286910"/>
                  </a:lnTo>
                  <a:lnTo>
                    <a:pt x="7751269" y="330072"/>
                  </a:lnTo>
                  <a:lnTo>
                    <a:pt x="7762850" y="375093"/>
                  </a:lnTo>
                  <a:lnTo>
                    <a:pt x="7769973" y="421739"/>
                  </a:lnTo>
                  <a:lnTo>
                    <a:pt x="7772400" y="469773"/>
                  </a:lnTo>
                  <a:lnTo>
                    <a:pt x="7772400" y="1749425"/>
                  </a:lnTo>
                  <a:lnTo>
                    <a:pt x="7769973" y="1797465"/>
                  </a:lnTo>
                  <a:lnTo>
                    <a:pt x="7762850" y="1844117"/>
                  </a:lnTo>
                  <a:lnTo>
                    <a:pt x="7751269" y="1889145"/>
                  </a:lnTo>
                  <a:lnTo>
                    <a:pt x="7735464" y="1932313"/>
                  </a:lnTo>
                  <a:lnTo>
                    <a:pt x="7715674" y="1973383"/>
                  </a:lnTo>
                  <a:lnTo>
                    <a:pt x="7692133" y="2012121"/>
                  </a:lnTo>
                  <a:lnTo>
                    <a:pt x="7665079" y="2048291"/>
                  </a:lnTo>
                  <a:lnTo>
                    <a:pt x="7634747" y="2081655"/>
                  </a:lnTo>
                  <a:lnTo>
                    <a:pt x="7601376" y="2111978"/>
                  </a:lnTo>
                  <a:lnTo>
                    <a:pt x="7565200" y="2139024"/>
                  </a:lnTo>
                  <a:lnTo>
                    <a:pt x="7526456" y="2162557"/>
                  </a:lnTo>
                  <a:lnTo>
                    <a:pt x="7485381" y="2182341"/>
                  </a:lnTo>
                  <a:lnTo>
                    <a:pt x="7442212" y="2198139"/>
                  </a:lnTo>
                  <a:lnTo>
                    <a:pt x="7397184" y="2209716"/>
                  </a:lnTo>
                  <a:lnTo>
                    <a:pt x="7350535" y="2216835"/>
                  </a:lnTo>
                  <a:lnTo>
                    <a:pt x="7302500" y="2219261"/>
                  </a:lnTo>
                  <a:lnTo>
                    <a:pt x="469773" y="2219261"/>
                  </a:lnTo>
                  <a:lnTo>
                    <a:pt x="421739" y="2216835"/>
                  </a:lnTo>
                  <a:lnTo>
                    <a:pt x="375093" y="2209716"/>
                  </a:lnTo>
                  <a:lnTo>
                    <a:pt x="330072" y="2198139"/>
                  </a:lnTo>
                  <a:lnTo>
                    <a:pt x="286910" y="2182341"/>
                  </a:lnTo>
                  <a:lnTo>
                    <a:pt x="245845" y="2162557"/>
                  </a:lnTo>
                  <a:lnTo>
                    <a:pt x="207112" y="2139024"/>
                  </a:lnTo>
                  <a:lnTo>
                    <a:pt x="170948" y="2111978"/>
                  </a:lnTo>
                  <a:lnTo>
                    <a:pt x="137588" y="2081655"/>
                  </a:lnTo>
                  <a:lnTo>
                    <a:pt x="107269" y="2048291"/>
                  </a:lnTo>
                  <a:lnTo>
                    <a:pt x="80226" y="2012121"/>
                  </a:lnTo>
                  <a:lnTo>
                    <a:pt x="56696" y="1973383"/>
                  </a:lnTo>
                  <a:lnTo>
                    <a:pt x="36915" y="1932313"/>
                  </a:lnTo>
                  <a:lnTo>
                    <a:pt x="21118" y="1889145"/>
                  </a:lnTo>
                  <a:lnTo>
                    <a:pt x="9543" y="1844117"/>
                  </a:lnTo>
                  <a:lnTo>
                    <a:pt x="2425" y="1797465"/>
                  </a:lnTo>
                  <a:lnTo>
                    <a:pt x="0" y="1749425"/>
                  </a:lnTo>
                  <a:lnTo>
                    <a:pt x="0" y="469773"/>
                  </a:lnTo>
                  <a:close/>
                </a:path>
              </a:pathLst>
            </a:custGeom>
            <a:ln w="762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dirty="0"/>
              <a:t>This</a:t>
            </a:r>
            <a:r>
              <a:rPr dirty="0" spc="-40"/>
              <a:t/>
            </a:r>
            <a:r>
              <a:rPr dirty="0" spc="-10"/>
              <a:t>project</a:t>
            </a:r>
            <a:r>
              <a:rPr dirty="0" spc="-95"/>
              <a:t/>
            </a:r>
            <a:r>
              <a:rPr dirty="0"/>
              <a:t>is</a:t>
            </a:r>
            <a:r>
              <a:rPr dirty="0" spc="-35"/>
              <a:t/>
            </a:r>
            <a:r>
              <a:rPr dirty="0"/>
              <a:t>a</a:t>
            </a:r>
            <a:r>
              <a:rPr dirty="0" spc="10"/>
              <a:t/>
            </a:r>
            <a:r>
              <a:rPr dirty="0"/>
              <a:t>successful</a:t>
            </a:r>
            <a:r>
              <a:rPr dirty="0" spc="5"/>
              <a:t/>
            </a:r>
            <a:r>
              <a:rPr dirty="0" spc="-10"/>
              <a:t>example</a:t>
            </a:r>
            <a:r>
              <a:rPr dirty="0" spc="-70"/>
              <a:t/>
            </a:r>
            <a:r>
              <a:rPr dirty="0"/>
              <a:t>of</a:t>
            </a:r>
            <a:r>
              <a:rPr dirty="0" spc="-30"/>
              <a:t/>
            </a:r>
            <a:r>
              <a:rPr dirty="0"/>
              <a:t>combining</a:t>
            </a:r>
            <a:r>
              <a:rPr dirty="0" spc="-95"/>
              <a:t/>
            </a:r>
            <a:r>
              <a:rPr dirty="0"/>
              <a:t>different</a:t>
            </a:r>
            <a:r>
              <a:rPr dirty="0" spc="-20"/>
              <a:t/>
            </a:r>
            <a:r>
              <a:rPr dirty="0"/>
              <a:t>computer</a:t>
            </a:r>
            <a:r>
              <a:rPr dirty="0" spc="-30"/>
              <a:t/>
            </a:r>
            <a:r>
              <a:rPr dirty="0" spc="-10"/>
              <a:t>technologies </a:t>
            </a:r>
            <a:r>
              <a:rPr dirty="0"/>
              <a:t>to</a:t>
            </a:r>
            <a:r>
              <a:rPr dirty="0" spc="-60"/>
              <a:t/>
            </a:r>
            <a:r>
              <a:rPr dirty="0"/>
              <a:t>create a</a:t>
            </a:r>
            <a:r>
              <a:rPr dirty="0" spc="-50"/>
              <a:t/>
            </a:r>
            <a:r>
              <a:rPr dirty="0"/>
              <a:t>working</a:t>
            </a:r>
            <a:r>
              <a:rPr dirty="0" spc="-15"/>
              <a:t/>
            </a:r>
            <a:r>
              <a:rPr dirty="0"/>
              <a:t>AI</a:t>
            </a:r>
            <a:r>
              <a:rPr dirty="0" spc="-90"/>
              <a:t/>
            </a:r>
            <a:r>
              <a:rPr dirty="0" spc="-10"/>
              <a:t>Personal</a:t>
            </a:r>
            <a:r>
              <a:rPr dirty="0" spc="-55"/>
              <a:t/>
            </a:r>
            <a:r>
              <a:rPr dirty="0" spc="-10"/>
              <a:t>Assistant.</a:t>
            </a:r>
          </a:p>
          <a:p>
            <a:pPr>
              <a:lnSpc>
                <a:spcPct val="100000"/>
              </a:lnSpc>
              <a:spcBef>
                <a:spcPts val="1295"/>
              </a:spcBef>
            </a:pPr>
          </a:p>
          <a:p>
            <a:pPr marL="215265">
              <a:lnSpc>
                <a:spcPct val="100000"/>
              </a:lnSpc>
              <a:spcBef>
                <a:spcPts val="5"/>
              </a:spcBef>
            </a:pPr>
            <a:r>
              <a:rPr dirty="0" sz="1850" spc="85">
                <a:solidFill>
                  <a:srgbClr val="403B4E"/>
                </a:solidFill>
                <a:latin typeface="Cambria"/>
                <a:cs typeface="Cambria"/>
              </a:rPr>
              <a:t>Project</a:t>
            </a:r>
            <a:r>
              <a:rPr dirty="0" sz="1850" spc="105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850" spc="135">
                <a:solidFill>
                  <a:srgbClr val="403B4E"/>
                </a:solidFill>
                <a:latin typeface="Cambria"/>
                <a:cs typeface="Cambria"/>
              </a:rPr>
              <a:t>Summary</a:t>
            </a:r>
            <a:endParaRPr sz="1850">
              <a:latin typeface="Cambria"/>
              <a:cs typeface="Cambria"/>
            </a:endParaRPr>
          </a:p>
          <a:p>
            <a:pPr marL="215265" marR="421005">
              <a:lnSpc>
                <a:spcPct val="135200"/>
              </a:lnSpc>
              <a:spcBef>
                <a:spcPts val="825"/>
              </a:spcBef>
            </a:pPr>
            <a:r>
              <a:rPr dirty="0" sz="1550" b="0">
                <a:latin typeface="Calibri"/>
                <a:cs typeface="Calibri"/>
              </a:rPr>
              <a:t>We</a:t>
            </a:r>
            <a:r>
              <a:rPr dirty="0" sz="1550" spc="15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built</a:t>
            </a:r>
            <a:r>
              <a:rPr dirty="0" sz="1550" spc="10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a</a:t>
            </a:r>
            <a:r>
              <a:rPr dirty="0" sz="1550" spc="9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Python-based</a:t>
            </a:r>
            <a:r>
              <a:rPr dirty="0" sz="1550" spc="10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assistant</a:t>
            </a:r>
            <a:r>
              <a:rPr dirty="0" sz="1550" spc="10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that</a:t>
            </a:r>
            <a:r>
              <a:rPr dirty="0" sz="1550" spc="13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canUnderstand</a:t>
            </a:r>
            <a:r>
              <a:rPr dirty="0" sz="1550" spc="13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voice</a:t>
            </a:r>
            <a:r>
              <a:rPr dirty="0" sz="1550" spc="8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commands,Use</a:t>
            </a:r>
            <a:r>
              <a:rPr dirty="0" sz="1550" spc="16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NLP</a:t>
            </a:r>
            <a:r>
              <a:rPr dirty="0" sz="1550" spc="114" b="0">
                <a:latin typeface="Calibri"/>
                <a:cs typeface="Calibri"/>
              </a:rPr>
              <a:t/>
            </a:r>
            <a:r>
              <a:rPr dirty="0" sz="1550" spc="-25" b="0">
                <a:latin typeface="Calibri"/>
                <a:cs typeface="Calibri"/>
              </a:rPr>
              <a:t>for </a:t>
            </a:r>
            <a:r>
              <a:rPr dirty="0" sz="1550" b="0">
                <a:latin typeface="Calibri"/>
                <a:cs typeface="Calibri"/>
              </a:rPr>
              <a:t>intent</a:t>
            </a:r>
            <a:r>
              <a:rPr dirty="0" sz="1550" spc="10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prediction,</a:t>
            </a:r>
            <a:r>
              <a:rPr dirty="0" sz="1550" spc="9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Manage</a:t>
            </a:r>
            <a:r>
              <a:rPr dirty="0" sz="1550" spc="7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data</a:t>
            </a:r>
            <a:r>
              <a:rPr dirty="0" sz="1550" spc="10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using</a:t>
            </a:r>
            <a:r>
              <a:rPr dirty="0" sz="1550" spc="2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SQLite,</a:t>
            </a:r>
            <a:r>
              <a:rPr dirty="0" sz="1550" spc="9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and</a:t>
            </a:r>
            <a:r>
              <a:rPr dirty="0" sz="1550" spc="11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Connect</a:t>
            </a:r>
            <a:r>
              <a:rPr dirty="0" sz="1550" spc="114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to</a:t>
            </a:r>
            <a:r>
              <a:rPr dirty="0" sz="1550" spc="10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the</a:t>
            </a:r>
            <a:r>
              <a:rPr dirty="0" sz="1550" spc="6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internet</a:t>
            </a:r>
            <a:r>
              <a:rPr dirty="0" sz="1550" spc="114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for</a:t>
            </a:r>
            <a:r>
              <a:rPr dirty="0" sz="1550" spc="17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real-</a:t>
            </a:r>
            <a:r>
              <a:rPr dirty="0" sz="1550" spc="-20" b="0">
                <a:latin typeface="Calibri"/>
                <a:cs typeface="Calibri"/>
              </a:rPr>
              <a:t>time </a:t>
            </a:r>
            <a:r>
              <a:rPr dirty="0" sz="1550" spc="-10" b="0">
                <a:latin typeface="Calibri"/>
                <a:cs typeface="Calibri"/>
              </a:rPr>
              <a:t>information.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5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</a:pPr>
            <a:r>
              <a:rPr dirty="0" sz="1850" spc="95">
                <a:solidFill>
                  <a:srgbClr val="403B4E"/>
                </a:solidFill>
                <a:latin typeface="Cambria"/>
                <a:cs typeface="Cambria"/>
              </a:rPr>
              <a:t>Future</a:t>
            </a:r>
            <a:r>
              <a:rPr dirty="0" sz="1850" spc="55">
                <a:solidFill>
                  <a:srgbClr val="403B4E"/>
                </a:solidFill>
                <a:latin typeface="Cambria"/>
                <a:cs typeface="Cambria"/>
              </a:rPr>
              <a:t/>
            </a:r>
            <a:r>
              <a:rPr dirty="0" sz="1850" spc="125">
                <a:solidFill>
                  <a:srgbClr val="403B4E"/>
                </a:solidFill>
                <a:latin typeface="Cambria"/>
                <a:cs typeface="Cambria"/>
              </a:rPr>
              <a:t>Enhancements</a:t>
            </a:r>
            <a:endParaRPr sz="1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850">
              <a:latin typeface="Cambria"/>
              <a:cs typeface="Cambria"/>
            </a:endParaRPr>
          </a:p>
          <a:p>
            <a:pPr marL="695325" marR="365125" indent="-343535">
              <a:lnSpc>
                <a:spcPct val="135200"/>
              </a:lnSpc>
              <a:spcBef>
                <a:spcPts val="5"/>
              </a:spcBef>
              <a:buChar char="•"/>
              <a:tabLst>
                <a:tab pos="695325" algn="l"/>
              </a:tabLst>
            </a:pPr>
            <a:r>
              <a:rPr dirty="0" sz="1550" b="0">
                <a:latin typeface="Calibri"/>
                <a:cs typeface="Calibri"/>
              </a:rPr>
              <a:t>Add</a:t>
            </a:r>
            <a:r>
              <a:rPr dirty="0" sz="1550" spc="7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a</a:t>
            </a:r>
            <a:r>
              <a:rPr dirty="0" sz="1550" spc="7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Graphical</a:t>
            </a:r>
            <a:r>
              <a:rPr dirty="0" sz="1550" spc="9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User</a:t>
            </a:r>
            <a:r>
              <a:rPr dirty="0" sz="1550" spc="5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Interface</a:t>
            </a:r>
            <a:r>
              <a:rPr dirty="0" sz="1550" spc="4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(GUI)</a:t>
            </a:r>
            <a:r>
              <a:rPr dirty="0" sz="1550" spc="13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for</a:t>
            </a:r>
            <a:r>
              <a:rPr dirty="0" sz="1550" spc="5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a</a:t>
            </a:r>
            <a:r>
              <a:rPr dirty="0" sz="1550" spc="7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better</a:t>
            </a:r>
            <a:r>
              <a:rPr dirty="0" sz="1550" spc="14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user</a:t>
            </a:r>
            <a:r>
              <a:rPr dirty="0" sz="1550" spc="14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experience.Add</a:t>
            </a:r>
            <a:r>
              <a:rPr dirty="0" sz="1550" spc="110" b="0">
                <a:latin typeface="Calibri"/>
                <a:cs typeface="Calibri"/>
              </a:rPr>
              <a:t/>
            </a:r>
            <a:r>
              <a:rPr dirty="0" sz="1550" spc="-20" b="0">
                <a:latin typeface="Calibri"/>
                <a:cs typeface="Calibri"/>
              </a:rPr>
              <a:t>more </a:t>
            </a:r>
            <a:r>
              <a:rPr dirty="0" sz="1550" b="0">
                <a:latin typeface="Calibri"/>
                <a:cs typeface="Calibri"/>
              </a:rPr>
              <a:t>features</a:t>
            </a:r>
            <a:r>
              <a:rPr dirty="0" sz="1550" spc="5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and</a:t>
            </a:r>
            <a:r>
              <a:rPr dirty="0" sz="1550" spc="7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skills</a:t>
            </a:r>
            <a:r>
              <a:rPr dirty="0" sz="1550" spc="6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to</a:t>
            </a:r>
            <a:r>
              <a:rPr dirty="0" sz="1550" spc="6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make</a:t>
            </a:r>
            <a:r>
              <a:rPr dirty="0" sz="1550" spc="12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the</a:t>
            </a:r>
            <a:r>
              <a:rPr dirty="0" sz="1550" spc="12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assistant</a:t>
            </a:r>
            <a:r>
              <a:rPr dirty="0" sz="1550" spc="7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smarter</a:t>
            </a:r>
            <a:r>
              <a:rPr dirty="0" sz="1550" spc="5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.Use</a:t>
            </a:r>
            <a:r>
              <a:rPr dirty="0" sz="1550" spc="12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advanced</a:t>
            </a:r>
            <a:r>
              <a:rPr dirty="0" sz="1550" spc="7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machine</a:t>
            </a:r>
            <a:r>
              <a:rPr dirty="0" sz="1550" spc="114" b="0">
                <a:latin typeface="Calibri"/>
                <a:cs typeface="Calibri"/>
              </a:rPr>
              <a:t/>
            </a:r>
            <a:r>
              <a:rPr dirty="0" sz="1550" spc="-10" b="0">
                <a:latin typeface="Calibri"/>
                <a:cs typeface="Calibri"/>
              </a:rPr>
              <a:t>learning </a:t>
            </a:r>
            <a:r>
              <a:rPr dirty="0" sz="1550" b="0">
                <a:latin typeface="Calibri"/>
                <a:cs typeface="Calibri"/>
              </a:rPr>
              <a:t>models</a:t>
            </a:r>
            <a:r>
              <a:rPr dirty="0" sz="1550" spc="6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(like</a:t>
            </a:r>
            <a:r>
              <a:rPr dirty="0" sz="1550" spc="13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neural</a:t>
            </a:r>
            <a:r>
              <a:rPr dirty="0" sz="1550" spc="11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networks)</a:t>
            </a:r>
            <a:r>
              <a:rPr dirty="0" sz="1550" spc="14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to</a:t>
            </a:r>
            <a:r>
              <a:rPr dirty="0" sz="1550" spc="7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improve</a:t>
            </a:r>
            <a:r>
              <a:rPr dirty="0" sz="1550" spc="45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understanding</a:t>
            </a:r>
            <a:r>
              <a:rPr dirty="0" sz="1550" spc="140" b="0">
                <a:latin typeface="Calibri"/>
                <a:cs typeface="Calibri"/>
              </a:rPr>
              <a:t/>
            </a:r>
            <a:r>
              <a:rPr dirty="0" sz="1550" b="0">
                <a:latin typeface="Calibri"/>
                <a:cs typeface="Calibri"/>
              </a:rPr>
              <a:t>and</a:t>
            </a:r>
            <a:r>
              <a:rPr dirty="0" sz="1550" spc="105" b="0">
                <a:latin typeface="Calibri"/>
                <a:cs typeface="Calibri"/>
              </a:rPr>
              <a:t/>
            </a:r>
            <a:r>
              <a:rPr dirty="0" sz="1550" spc="-10" b="0">
                <a:latin typeface="Calibri"/>
                <a:cs typeface="Calibri"/>
              </a:rPr>
              <a:t>accuracy.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1640" y="3189858"/>
            <a:ext cx="6614159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400" spc="270"/>
              <a:t>Thank</a:t>
            </a:r>
            <a:r>
              <a:rPr dirty="0" sz="4400" spc="90"/>
              <a:t/>
            </a:r>
            <a:r>
              <a:rPr dirty="0" sz="4400" spc="229"/>
              <a:t>You</a:t>
            </a:r>
            <a:r>
              <a:rPr dirty="0" sz="4400" spc="90"/>
              <a:t/>
            </a:r>
            <a:r>
              <a:rPr dirty="0" sz="4400" spc="95"/>
              <a:t>&amp; </a:t>
            </a:r>
            <a:r>
              <a:rPr dirty="0" sz="4400" spc="204"/>
              <a:t>Questions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2025-11-13T10:58:25Z</dcterms:created>
  <dcterms:modified xsi:type="dcterms:W3CDTF">2025-11-13T10:58:25Z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2025-11-13T00:00:00Z</vt:filetime>
  </property>
  <property fmtid="{D5CDD505-2E9C-101B-9397-08002B2CF9AE}" pid="3" name="LastSaved">
    <vt:filetime>2025-11-13T00:00:00Z</vt:filetime>
  </property>
</Properties>
</file>